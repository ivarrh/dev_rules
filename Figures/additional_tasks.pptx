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C00000"/>
    <a:srgbClr val="D0ECE4"/>
    <a:srgbClr val="47B090"/>
    <a:srgbClr val="52A68E"/>
    <a:srgbClr val="86CBB7"/>
    <a:srgbClr val="D1F1E8"/>
    <a:srgbClr val="D9F2D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D5B4F-F927-439A-BEC7-04D2B800876E}" v="96" dt="2025-07-26T10:56:09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140" d="100"/>
          <a:sy n="140" d="100"/>
        </p:scale>
        <p:origin x="-536" y="-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Ponciano" userId="f195ed962d9ebf63" providerId="LiveId" clId="{12BD5B4F-F927-439A-BEC7-04D2B800876E}"/>
    <pc:docChg chg="undo redo custSel addSld delSld modSld">
      <pc:chgData name="Marta Ponciano" userId="f195ed962d9ebf63" providerId="LiveId" clId="{12BD5B4F-F927-439A-BEC7-04D2B800876E}" dt="2025-07-26T11:31:16.131" v="654" actId="47"/>
      <pc:docMkLst>
        <pc:docMk/>
      </pc:docMkLst>
      <pc:sldChg chg="addSp delSp modSp new mod">
        <pc:chgData name="Marta Ponciano" userId="f195ed962d9ebf63" providerId="LiveId" clId="{12BD5B4F-F927-439A-BEC7-04D2B800876E}" dt="2025-07-26T11:05:14.993" v="638" actId="14100"/>
        <pc:sldMkLst>
          <pc:docMk/>
          <pc:sldMk cId="954586169" sldId="256"/>
        </pc:sldMkLst>
        <pc:spChg chg="del">
          <ac:chgData name="Marta Ponciano" userId="f195ed962d9ebf63" providerId="LiveId" clId="{12BD5B4F-F927-439A-BEC7-04D2B800876E}" dt="2025-07-26T09:23:15.429" v="1" actId="478"/>
          <ac:spMkLst>
            <pc:docMk/>
            <pc:sldMk cId="954586169" sldId="256"/>
            <ac:spMk id="2" creationId="{63E626DC-8C7A-6ACA-23A9-66CA6FFFB528}"/>
          </ac:spMkLst>
        </pc:spChg>
        <pc:spChg chg="add del mod">
          <ac:chgData name="Marta Ponciano" userId="f195ed962d9ebf63" providerId="LiveId" clId="{12BD5B4F-F927-439A-BEC7-04D2B800876E}" dt="2025-07-26T10:46:28.153" v="603" actId="478"/>
          <ac:spMkLst>
            <pc:docMk/>
            <pc:sldMk cId="954586169" sldId="256"/>
            <ac:spMk id="2" creationId="{6DF8CF2F-6CD6-53B3-9BDA-B42B67D25896}"/>
          </ac:spMkLst>
        </pc:spChg>
        <pc:spChg chg="del">
          <ac:chgData name="Marta Ponciano" userId="f195ed962d9ebf63" providerId="LiveId" clId="{12BD5B4F-F927-439A-BEC7-04D2B800876E}" dt="2025-07-26T09:23:19.101" v="2" actId="478"/>
          <ac:spMkLst>
            <pc:docMk/>
            <pc:sldMk cId="954586169" sldId="256"/>
            <ac:spMk id="3" creationId="{51D2F8E0-0000-2C34-6058-4D7C189002B0}"/>
          </ac:spMkLst>
        </pc:spChg>
        <pc:spChg chg="add del mod">
          <ac:chgData name="Marta Ponciano" userId="f195ed962d9ebf63" providerId="LiveId" clId="{12BD5B4F-F927-439A-BEC7-04D2B800876E}" dt="2025-07-26T10:46:23.721" v="601" actId="478"/>
          <ac:spMkLst>
            <pc:docMk/>
            <pc:sldMk cId="954586169" sldId="256"/>
            <ac:spMk id="3" creationId="{8EFE2E7B-DBCF-9E2B-8CAD-1FEEB994FF31}"/>
          </ac:spMkLst>
        </pc:spChg>
        <pc:spChg chg="add del mod">
          <ac:chgData name="Marta Ponciano" userId="f195ed962d9ebf63" providerId="LiveId" clId="{12BD5B4F-F927-439A-BEC7-04D2B800876E}" dt="2025-07-26T10:56:39.244" v="629" actId="478"/>
          <ac:spMkLst>
            <pc:docMk/>
            <pc:sldMk cId="954586169" sldId="256"/>
            <ac:spMk id="4" creationId="{01BCFB65-B8DA-D7C4-15A8-6D2DA609A8DA}"/>
          </ac:spMkLst>
        </pc:spChg>
        <pc:spChg chg="add del mod">
          <ac:chgData name="Marta Ponciano" userId="f195ed962d9ebf63" providerId="LiveId" clId="{12BD5B4F-F927-439A-BEC7-04D2B800876E}" dt="2025-07-26T10:23:06.525" v="427" actId="478"/>
          <ac:spMkLst>
            <pc:docMk/>
            <pc:sldMk cId="954586169" sldId="256"/>
            <ac:spMk id="5" creationId="{9152C85C-89D3-22FD-1C2C-39109D6B0E9C}"/>
          </ac:spMkLst>
        </pc:spChg>
        <pc:spChg chg="add del mod">
          <ac:chgData name="Marta Ponciano" userId="f195ed962d9ebf63" providerId="LiveId" clId="{12BD5B4F-F927-439A-BEC7-04D2B800876E}" dt="2025-07-26T10:46:14.556" v="596" actId="478"/>
          <ac:spMkLst>
            <pc:docMk/>
            <pc:sldMk cId="954586169" sldId="256"/>
            <ac:spMk id="5" creationId="{B67E0008-09AA-7FE8-52CB-4F1B3329B106}"/>
          </ac:spMkLst>
        </pc:spChg>
        <pc:spChg chg="add del mod">
          <ac:chgData name="Marta Ponciano" userId="f195ed962d9ebf63" providerId="LiveId" clId="{12BD5B4F-F927-439A-BEC7-04D2B800876E}" dt="2025-07-26T09:32:04.278" v="112"/>
          <ac:spMkLst>
            <pc:docMk/>
            <pc:sldMk cId="954586169" sldId="256"/>
            <ac:spMk id="5" creationId="{F918DF83-4056-DDFB-65AE-66DBE26E71F0}"/>
          </ac:spMkLst>
        </pc:spChg>
        <pc:spChg chg="add mod">
          <ac:chgData name="Marta Ponciano" userId="f195ed962d9ebf63" providerId="LiveId" clId="{12BD5B4F-F927-439A-BEC7-04D2B800876E}" dt="2025-07-26T10:02:12.737" v="329" actId="1076"/>
          <ac:spMkLst>
            <pc:docMk/>
            <pc:sldMk cId="954586169" sldId="256"/>
            <ac:spMk id="7" creationId="{BB0491ED-B0E5-E12E-3373-8552503281C7}"/>
          </ac:spMkLst>
        </pc:spChg>
        <pc:spChg chg="add del mod">
          <ac:chgData name="Marta Ponciano" userId="f195ed962d9ebf63" providerId="LiveId" clId="{12BD5B4F-F927-439A-BEC7-04D2B800876E}" dt="2025-07-26T09:33:31.722" v="124" actId="478"/>
          <ac:spMkLst>
            <pc:docMk/>
            <pc:sldMk cId="954586169" sldId="256"/>
            <ac:spMk id="8" creationId="{145C24BF-5B48-4406-1128-894B6A94FA6B}"/>
          </ac:spMkLst>
        </pc:spChg>
        <pc:spChg chg="add del mod">
          <ac:chgData name="Marta Ponciano" userId="f195ed962d9ebf63" providerId="LiveId" clId="{12BD5B4F-F927-439A-BEC7-04D2B800876E}" dt="2025-07-26T10:33:55.379" v="463" actId="478"/>
          <ac:spMkLst>
            <pc:docMk/>
            <pc:sldMk cId="954586169" sldId="256"/>
            <ac:spMk id="8" creationId="{17CE2263-E817-ECDB-C670-49B1C6E44FA7}"/>
          </ac:spMkLst>
        </pc:spChg>
        <pc:spChg chg="add del mod">
          <ac:chgData name="Marta Ponciano" userId="f195ed962d9ebf63" providerId="LiveId" clId="{12BD5B4F-F927-439A-BEC7-04D2B800876E}" dt="2025-07-26T09:33:17.903" v="121" actId="478"/>
          <ac:spMkLst>
            <pc:docMk/>
            <pc:sldMk cId="954586169" sldId="256"/>
            <ac:spMk id="9" creationId="{A6DE71EE-B0BD-BB54-02CB-3DD7ED3F1E30}"/>
          </ac:spMkLst>
        </pc:spChg>
        <pc:spChg chg="add del mod">
          <ac:chgData name="Marta Ponciano" userId="f195ed962d9ebf63" providerId="LiveId" clId="{12BD5B4F-F927-439A-BEC7-04D2B800876E}" dt="2025-07-26T10:33:53.228" v="462" actId="478"/>
          <ac:spMkLst>
            <pc:docMk/>
            <pc:sldMk cId="954586169" sldId="256"/>
            <ac:spMk id="9" creationId="{B1A47369-04FA-534B-31A9-1E8C46D91D43}"/>
          </ac:spMkLst>
        </pc:spChg>
        <pc:spChg chg="add del mod">
          <ac:chgData name="Marta Ponciano" userId="f195ed962d9ebf63" providerId="LiveId" clId="{12BD5B4F-F927-439A-BEC7-04D2B800876E}" dt="2025-07-26T10:46:16.522" v="597" actId="478"/>
          <ac:spMkLst>
            <pc:docMk/>
            <pc:sldMk cId="954586169" sldId="256"/>
            <ac:spMk id="10" creationId="{3CBEEA9F-651A-0DA4-0E8A-A75FD212AA9F}"/>
          </ac:spMkLst>
        </pc:spChg>
        <pc:spChg chg="add del mod">
          <ac:chgData name="Marta Ponciano" userId="f195ed962d9ebf63" providerId="LiveId" clId="{12BD5B4F-F927-439A-BEC7-04D2B800876E}" dt="2025-07-26T09:33:17.353" v="120" actId="478"/>
          <ac:spMkLst>
            <pc:docMk/>
            <pc:sldMk cId="954586169" sldId="256"/>
            <ac:spMk id="10" creationId="{8253DB20-0BC1-198D-2579-E3AD7A5C60E3}"/>
          </ac:spMkLst>
        </pc:spChg>
        <pc:spChg chg="add del mod">
          <ac:chgData name="Marta Ponciano" userId="f195ed962d9ebf63" providerId="LiveId" clId="{12BD5B4F-F927-439A-BEC7-04D2B800876E}" dt="2025-07-26T10:46:18.421" v="598" actId="478"/>
          <ac:spMkLst>
            <pc:docMk/>
            <pc:sldMk cId="954586169" sldId="256"/>
            <ac:spMk id="11" creationId="{80788D66-FBB3-1616-B06D-E6E42A94722C}"/>
          </ac:spMkLst>
        </pc:spChg>
        <pc:spChg chg="add del mod">
          <ac:chgData name="Marta Ponciano" userId="f195ed962d9ebf63" providerId="LiveId" clId="{12BD5B4F-F927-439A-BEC7-04D2B800876E}" dt="2025-07-26T09:33:16.754" v="119" actId="478"/>
          <ac:spMkLst>
            <pc:docMk/>
            <pc:sldMk cId="954586169" sldId="256"/>
            <ac:spMk id="11" creationId="{BAB0C51B-2B49-5889-A96F-D0E87244AD24}"/>
          </ac:spMkLst>
        </pc:spChg>
        <pc:spChg chg="add del mod">
          <ac:chgData name="Marta Ponciano" userId="f195ed962d9ebf63" providerId="LiveId" clId="{12BD5B4F-F927-439A-BEC7-04D2B800876E}" dt="2025-07-26T10:46:19.556" v="599" actId="478"/>
          <ac:spMkLst>
            <pc:docMk/>
            <pc:sldMk cId="954586169" sldId="256"/>
            <ac:spMk id="12" creationId="{0023B419-C542-9716-65A4-94FCEF7B6196}"/>
          </ac:spMkLst>
        </pc:spChg>
        <pc:spChg chg="add del mod">
          <ac:chgData name="Marta Ponciano" userId="f195ed962d9ebf63" providerId="LiveId" clId="{12BD5B4F-F927-439A-BEC7-04D2B800876E}" dt="2025-07-26T09:33:16.170" v="118" actId="478"/>
          <ac:spMkLst>
            <pc:docMk/>
            <pc:sldMk cId="954586169" sldId="256"/>
            <ac:spMk id="12" creationId="{26BDA89F-D7F1-070A-58BE-080C05D884EA}"/>
          </ac:spMkLst>
        </pc:spChg>
        <pc:spChg chg="add del mod">
          <ac:chgData name="Marta Ponciano" userId="f195ed962d9ebf63" providerId="LiveId" clId="{12BD5B4F-F927-439A-BEC7-04D2B800876E}" dt="2025-07-26T09:33:15.553" v="117" actId="478"/>
          <ac:spMkLst>
            <pc:docMk/>
            <pc:sldMk cId="954586169" sldId="256"/>
            <ac:spMk id="13" creationId="{5D1FAE88-5E3E-F6E8-4D26-DE2B5F01F932}"/>
          </ac:spMkLst>
        </pc:spChg>
        <pc:spChg chg="add del mod">
          <ac:chgData name="Marta Ponciano" userId="f195ed962d9ebf63" providerId="LiveId" clId="{12BD5B4F-F927-439A-BEC7-04D2B800876E}" dt="2025-07-26T09:33:14.894" v="116" actId="478"/>
          <ac:spMkLst>
            <pc:docMk/>
            <pc:sldMk cId="954586169" sldId="256"/>
            <ac:spMk id="14" creationId="{B3E7520D-27D8-5251-9B83-69D29872D8BE}"/>
          </ac:spMkLst>
        </pc:spChg>
        <pc:spChg chg="add del mod">
          <ac:chgData name="Marta Ponciano" userId="f195ed962d9ebf63" providerId="LiveId" clId="{12BD5B4F-F927-439A-BEC7-04D2B800876E}" dt="2025-07-26T09:33:13.638" v="115" actId="478"/>
          <ac:spMkLst>
            <pc:docMk/>
            <pc:sldMk cId="954586169" sldId="256"/>
            <ac:spMk id="15" creationId="{987C1260-820D-B725-7C24-00C083F343F1}"/>
          </ac:spMkLst>
        </pc:spChg>
        <pc:spChg chg="add del mod">
          <ac:chgData name="Marta Ponciano" userId="f195ed962d9ebf63" providerId="LiveId" clId="{12BD5B4F-F927-439A-BEC7-04D2B800876E}" dt="2025-07-26T09:34:12.336" v="128" actId="478"/>
          <ac:spMkLst>
            <pc:docMk/>
            <pc:sldMk cId="954586169" sldId="256"/>
            <ac:spMk id="16" creationId="{8423745C-5287-D8F1-78C2-9E05616CBE66}"/>
          </ac:spMkLst>
        </pc:spChg>
        <pc:spChg chg="add del mod">
          <ac:chgData name="Marta Ponciano" userId="f195ed962d9ebf63" providerId="LiveId" clId="{12BD5B4F-F927-439A-BEC7-04D2B800876E}" dt="2025-07-26T09:41:27.955" v="173" actId="478"/>
          <ac:spMkLst>
            <pc:docMk/>
            <pc:sldMk cId="954586169" sldId="256"/>
            <ac:spMk id="17" creationId="{C20D4684-D57A-BC50-B862-DE6536802013}"/>
          </ac:spMkLst>
        </pc:spChg>
        <pc:spChg chg="add del mod">
          <ac:chgData name="Marta Ponciano" userId="f195ed962d9ebf63" providerId="LiveId" clId="{12BD5B4F-F927-439A-BEC7-04D2B800876E}" dt="2025-07-26T09:41:27.305" v="172" actId="478"/>
          <ac:spMkLst>
            <pc:docMk/>
            <pc:sldMk cId="954586169" sldId="256"/>
            <ac:spMk id="18" creationId="{FBA0A920-F138-9036-09E5-27ABC8FE3B0E}"/>
          </ac:spMkLst>
        </pc:spChg>
        <pc:spChg chg="add del mod">
          <ac:chgData name="Marta Ponciano" userId="f195ed962d9ebf63" providerId="LiveId" clId="{12BD5B4F-F927-439A-BEC7-04D2B800876E}" dt="2025-07-26T09:41:26.205" v="171" actId="478"/>
          <ac:spMkLst>
            <pc:docMk/>
            <pc:sldMk cId="954586169" sldId="256"/>
            <ac:spMk id="19" creationId="{CEDFFE02-37DA-F7A1-A85E-C384AC07D18C}"/>
          </ac:spMkLst>
        </pc:spChg>
        <pc:spChg chg="add del mod">
          <ac:chgData name="Marta Ponciano" userId="f195ed962d9ebf63" providerId="LiveId" clId="{12BD5B4F-F927-439A-BEC7-04D2B800876E}" dt="2025-07-26T09:41:25.572" v="170" actId="478"/>
          <ac:spMkLst>
            <pc:docMk/>
            <pc:sldMk cId="954586169" sldId="256"/>
            <ac:spMk id="20" creationId="{DC0450F6-E39C-4D37-AC47-D07EBFFBA359}"/>
          </ac:spMkLst>
        </pc:spChg>
        <pc:spChg chg="add del mod">
          <ac:chgData name="Marta Ponciano" userId="f195ed962d9ebf63" providerId="LiveId" clId="{12BD5B4F-F927-439A-BEC7-04D2B800876E}" dt="2025-07-26T09:41:24.756" v="169" actId="478"/>
          <ac:spMkLst>
            <pc:docMk/>
            <pc:sldMk cId="954586169" sldId="256"/>
            <ac:spMk id="21" creationId="{67C3C79C-5F8A-8E68-B60D-5723C5584809}"/>
          </ac:spMkLst>
        </pc:spChg>
        <pc:spChg chg="add del mod">
          <ac:chgData name="Marta Ponciano" userId="f195ed962d9ebf63" providerId="LiveId" clId="{12BD5B4F-F927-439A-BEC7-04D2B800876E}" dt="2025-07-26T09:41:23.972" v="168" actId="478"/>
          <ac:spMkLst>
            <pc:docMk/>
            <pc:sldMk cId="954586169" sldId="256"/>
            <ac:spMk id="22" creationId="{E4EEA7C6-3D5C-DBE1-29D0-750EC823CFD8}"/>
          </ac:spMkLst>
        </pc:spChg>
        <pc:spChg chg="add del mod">
          <ac:chgData name="Marta Ponciano" userId="f195ed962d9ebf63" providerId="LiveId" clId="{12BD5B4F-F927-439A-BEC7-04D2B800876E}" dt="2025-07-26T09:41:23.356" v="167" actId="478"/>
          <ac:spMkLst>
            <pc:docMk/>
            <pc:sldMk cId="954586169" sldId="256"/>
            <ac:spMk id="23" creationId="{BDB85049-33FE-5FD3-4811-187AC6A023A5}"/>
          </ac:spMkLst>
        </pc:spChg>
        <pc:spChg chg="add mod">
          <ac:chgData name="Marta Ponciano" userId="f195ed962d9ebf63" providerId="LiveId" clId="{12BD5B4F-F927-439A-BEC7-04D2B800876E}" dt="2025-07-26T10:31:36.892" v="440" actId="14100"/>
          <ac:spMkLst>
            <pc:docMk/>
            <pc:sldMk cId="954586169" sldId="256"/>
            <ac:spMk id="24" creationId="{4E7050C8-79AA-AEC3-770B-7189C460BB61}"/>
          </ac:spMkLst>
        </pc:spChg>
        <pc:spChg chg="add del mod">
          <ac:chgData name="Marta Ponciano" userId="f195ed962d9ebf63" providerId="LiveId" clId="{12BD5B4F-F927-439A-BEC7-04D2B800876E}" dt="2025-07-26T09:37:22.012" v="145" actId="478"/>
          <ac:spMkLst>
            <pc:docMk/>
            <pc:sldMk cId="954586169" sldId="256"/>
            <ac:spMk id="25" creationId="{401DBBC0-5D34-7DFA-D3F4-DDD04F705F7B}"/>
          </ac:spMkLst>
        </pc:spChg>
        <pc:spChg chg="add mod">
          <ac:chgData name="Marta Ponciano" userId="f195ed962d9ebf63" providerId="LiveId" clId="{12BD5B4F-F927-439A-BEC7-04D2B800876E}" dt="2025-07-26T10:32:09.838" v="441" actId="1076"/>
          <ac:spMkLst>
            <pc:docMk/>
            <pc:sldMk cId="954586169" sldId="256"/>
            <ac:spMk id="26" creationId="{78470373-5494-C003-8B31-3CF0EB8A3F10}"/>
          </ac:spMkLst>
        </pc:spChg>
        <pc:spChg chg="add mod">
          <ac:chgData name="Marta Ponciano" userId="f195ed962d9ebf63" providerId="LiveId" clId="{12BD5B4F-F927-439A-BEC7-04D2B800876E}" dt="2025-07-26T09:45:35.231" v="251" actId="1076"/>
          <ac:spMkLst>
            <pc:docMk/>
            <pc:sldMk cId="954586169" sldId="256"/>
            <ac:spMk id="27" creationId="{CF6D226C-E4DE-032C-A82F-41B8A82A18CE}"/>
          </ac:spMkLst>
        </pc:spChg>
        <pc:spChg chg="add mod">
          <ac:chgData name="Marta Ponciano" userId="f195ed962d9ebf63" providerId="LiveId" clId="{12BD5B4F-F927-439A-BEC7-04D2B800876E}" dt="2025-07-26T10:18:10.670" v="384" actId="113"/>
          <ac:spMkLst>
            <pc:docMk/>
            <pc:sldMk cId="954586169" sldId="256"/>
            <ac:spMk id="28" creationId="{251EEBD7-5FCB-ABC4-62F6-834A56F7AF53}"/>
          </ac:spMkLst>
        </pc:spChg>
        <pc:spChg chg="add del mod">
          <ac:chgData name="Marta Ponciano" userId="f195ed962d9ebf63" providerId="LiveId" clId="{12BD5B4F-F927-439A-BEC7-04D2B800876E}" dt="2025-07-26T10:55:34.549" v="627" actId="790"/>
          <ac:spMkLst>
            <pc:docMk/>
            <pc:sldMk cId="954586169" sldId="256"/>
            <ac:spMk id="29" creationId="{523DB37D-4026-9ED1-EB9E-B6C6C3066C6E}"/>
          </ac:spMkLst>
        </pc:spChg>
        <pc:spChg chg="add mod">
          <ac:chgData name="Marta Ponciano" userId="f195ed962d9ebf63" providerId="LiveId" clId="{12BD5B4F-F927-439A-BEC7-04D2B800876E}" dt="2025-07-26T10:18:25.436" v="389" actId="113"/>
          <ac:spMkLst>
            <pc:docMk/>
            <pc:sldMk cId="954586169" sldId="256"/>
            <ac:spMk id="30" creationId="{0BBBB5A2-F607-E7FD-5142-A0FD6CED9514}"/>
          </ac:spMkLst>
        </pc:spChg>
        <pc:spChg chg="add mod">
          <ac:chgData name="Marta Ponciano" userId="f195ed962d9ebf63" providerId="LiveId" clId="{12BD5B4F-F927-439A-BEC7-04D2B800876E}" dt="2025-07-26T09:45:40.348" v="252" actId="1076"/>
          <ac:spMkLst>
            <pc:docMk/>
            <pc:sldMk cId="954586169" sldId="256"/>
            <ac:spMk id="31" creationId="{FCD62593-088F-0FBD-796D-1624F013F5F9}"/>
          </ac:spMkLst>
        </pc:spChg>
        <pc:spChg chg="add mod">
          <ac:chgData name="Marta Ponciano" userId="f195ed962d9ebf63" providerId="LiveId" clId="{12BD5B4F-F927-439A-BEC7-04D2B800876E}" dt="2025-07-26T09:45:44.797" v="253" actId="1076"/>
          <ac:spMkLst>
            <pc:docMk/>
            <pc:sldMk cId="954586169" sldId="256"/>
            <ac:spMk id="32" creationId="{BDCB7EC1-B80C-1E7B-1DB4-646FB622A63A}"/>
          </ac:spMkLst>
        </pc:spChg>
        <pc:spChg chg="add mod">
          <ac:chgData name="Marta Ponciano" userId="f195ed962d9ebf63" providerId="LiveId" clId="{12BD5B4F-F927-439A-BEC7-04D2B800876E}" dt="2025-07-26T09:45:48.280" v="254" actId="1076"/>
          <ac:spMkLst>
            <pc:docMk/>
            <pc:sldMk cId="954586169" sldId="256"/>
            <ac:spMk id="33" creationId="{70995718-736A-714F-6F8A-F66C1AF02597}"/>
          </ac:spMkLst>
        </pc:spChg>
        <pc:spChg chg="add mod">
          <ac:chgData name="Marta Ponciano" userId="f195ed962d9ebf63" providerId="LiveId" clId="{12BD5B4F-F927-439A-BEC7-04D2B800876E}" dt="2025-07-26T09:56:28.033" v="262" actId="1076"/>
          <ac:spMkLst>
            <pc:docMk/>
            <pc:sldMk cId="954586169" sldId="256"/>
            <ac:spMk id="34" creationId="{BEA42080-B4C2-16CF-2C34-3E28A9D28E09}"/>
          </ac:spMkLst>
        </pc:spChg>
        <pc:spChg chg="add mod">
          <ac:chgData name="Marta Ponciano" userId="f195ed962d9ebf63" providerId="LiveId" clId="{12BD5B4F-F927-439A-BEC7-04D2B800876E}" dt="2025-07-26T09:56:42.465" v="265" actId="1076"/>
          <ac:spMkLst>
            <pc:docMk/>
            <pc:sldMk cId="954586169" sldId="256"/>
            <ac:spMk id="35" creationId="{BB6127CB-0145-F0D4-973E-84385BB4FE46}"/>
          </ac:spMkLst>
        </pc:spChg>
        <pc:spChg chg="add mod">
          <ac:chgData name="Marta Ponciano" userId="f195ed962d9ebf63" providerId="LiveId" clId="{12BD5B4F-F927-439A-BEC7-04D2B800876E}" dt="2025-07-26T09:57:28.711" v="274" actId="20577"/>
          <ac:spMkLst>
            <pc:docMk/>
            <pc:sldMk cId="954586169" sldId="256"/>
            <ac:spMk id="36" creationId="{79C45643-74CF-7C61-C4E1-4ABEB06E6DD6}"/>
          </ac:spMkLst>
        </pc:spChg>
        <pc:spChg chg="add mod">
          <ac:chgData name="Marta Ponciano" userId="f195ed962d9ebf63" providerId="LiveId" clId="{12BD5B4F-F927-439A-BEC7-04D2B800876E}" dt="2025-07-26T09:58:01.142" v="282" actId="20577"/>
          <ac:spMkLst>
            <pc:docMk/>
            <pc:sldMk cId="954586169" sldId="256"/>
            <ac:spMk id="37" creationId="{A7CD00B6-A0FE-8CC6-FD62-F68D1436D8CF}"/>
          </ac:spMkLst>
        </pc:spChg>
        <pc:spChg chg="add del mod">
          <ac:chgData name="Marta Ponciano" userId="f195ed962d9ebf63" providerId="LiveId" clId="{12BD5B4F-F927-439A-BEC7-04D2B800876E}" dt="2025-07-26T10:01:58.733" v="327" actId="478"/>
          <ac:spMkLst>
            <pc:docMk/>
            <pc:sldMk cId="954586169" sldId="256"/>
            <ac:spMk id="38" creationId="{307E271B-5FA0-2D80-DA58-3510BA02F167}"/>
          </ac:spMkLst>
        </pc:spChg>
        <pc:spChg chg="add del mod">
          <ac:chgData name="Marta Ponciano" userId="f195ed962d9ebf63" providerId="LiveId" clId="{12BD5B4F-F927-439A-BEC7-04D2B800876E}" dt="2025-07-26T10:01:58.084" v="325" actId="478"/>
          <ac:spMkLst>
            <pc:docMk/>
            <pc:sldMk cId="954586169" sldId="256"/>
            <ac:spMk id="39" creationId="{93FBF716-9BDE-2E3E-8B9C-8C23BF6850D1}"/>
          </ac:spMkLst>
        </pc:spChg>
        <pc:spChg chg="add mod">
          <ac:chgData name="Marta Ponciano" userId="f195ed962d9ebf63" providerId="LiveId" clId="{12BD5B4F-F927-439A-BEC7-04D2B800876E}" dt="2025-07-26T10:01:53.778" v="324" actId="1076"/>
          <ac:spMkLst>
            <pc:docMk/>
            <pc:sldMk cId="954586169" sldId="256"/>
            <ac:spMk id="40" creationId="{BB35A1F7-9D08-DF91-750A-B7A16664EF64}"/>
          </ac:spMkLst>
        </pc:spChg>
        <pc:spChg chg="add mod">
          <ac:chgData name="Marta Ponciano" userId="f195ed962d9ebf63" providerId="LiveId" clId="{12BD5B4F-F927-439A-BEC7-04D2B800876E}" dt="2025-07-26T10:01:51.600" v="319" actId="1076"/>
          <ac:spMkLst>
            <pc:docMk/>
            <pc:sldMk cId="954586169" sldId="256"/>
            <ac:spMk id="41" creationId="{2FA7E73D-CDD6-DF08-A76C-ED6F19D18772}"/>
          </ac:spMkLst>
        </pc:spChg>
        <pc:spChg chg="add mod">
          <ac:chgData name="Marta Ponciano" userId="f195ed962d9ebf63" providerId="LiveId" clId="{12BD5B4F-F927-439A-BEC7-04D2B800876E}" dt="2025-07-26T10:01:51.927" v="320" actId="1076"/>
          <ac:spMkLst>
            <pc:docMk/>
            <pc:sldMk cId="954586169" sldId="256"/>
            <ac:spMk id="42" creationId="{C0855038-533E-6F7F-8F19-AB4F33FB2C2D}"/>
          </ac:spMkLst>
        </pc:spChg>
        <pc:spChg chg="add mod">
          <ac:chgData name="Marta Ponciano" userId="f195ed962d9ebf63" providerId="LiveId" clId="{12BD5B4F-F927-439A-BEC7-04D2B800876E}" dt="2025-07-26T10:01:50.768" v="316" actId="1076"/>
          <ac:spMkLst>
            <pc:docMk/>
            <pc:sldMk cId="954586169" sldId="256"/>
            <ac:spMk id="43" creationId="{4BC1DA38-7D41-6A67-EA60-C0BEDF35316A}"/>
          </ac:spMkLst>
        </pc:spChg>
        <pc:spChg chg="add mod">
          <ac:chgData name="Marta Ponciano" userId="f195ed962d9ebf63" providerId="LiveId" clId="{12BD5B4F-F927-439A-BEC7-04D2B800876E}" dt="2025-07-26T10:01:50.951" v="317" actId="1076"/>
          <ac:spMkLst>
            <pc:docMk/>
            <pc:sldMk cId="954586169" sldId="256"/>
            <ac:spMk id="44" creationId="{15C495AB-98B5-C43F-9BF7-4B87669E153C}"/>
          </ac:spMkLst>
        </pc:spChg>
        <pc:spChg chg="add mod">
          <ac:chgData name="Marta Ponciano" userId="f195ed962d9ebf63" providerId="LiveId" clId="{12BD5B4F-F927-439A-BEC7-04D2B800876E}" dt="2025-07-26T10:01:50.134" v="313" actId="1076"/>
          <ac:spMkLst>
            <pc:docMk/>
            <pc:sldMk cId="954586169" sldId="256"/>
            <ac:spMk id="45" creationId="{5578A552-16FE-3293-C13A-46F9B2D6BCB8}"/>
          </ac:spMkLst>
        </pc:spChg>
        <pc:spChg chg="add mod">
          <ac:chgData name="Marta Ponciano" userId="f195ed962d9ebf63" providerId="LiveId" clId="{12BD5B4F-F927-439A-BEC7-04D2B800876E}" dt="2025-07-26T10:01:49.551" v="312" actId="1076"/>
          <ac:spMkLst>
            <pc:docMk/>
            <pc:sldMk cId="954586169" sldId="256"/>
            <ac:spMk id="46" creationId="{786C54D3-2452-F4D0-D483-F444B0832E33}"/>
          </ac:spMkLst>
        </pc:spChg>
        <pc:spChg chg="add mod">
          <ac:chgData name="Marta Ponciano" userId="f195ed962d9ebf63" providerId="LiveId" clId="{12BD5B4F-F927-439A-BEC7-04D2B800876E}" dt="2025-07-26T10:02:16.099" v="330"/>
          <ac:spMkLst>
            <pc:docMk/>
            <pc:sldMk cId="954586169" sldId="256"/>
            <ac:spMk id="47" creationId="{7A3878A5-B0ED-3F97-6EEA-74B31867E0CE}"/>
          </ac:spMkLst>
        </pc:spChg>
        <pc:spChg chg="add mod">
          <ac:chgData name="Marta Ponciano" userId="f195ed962d9ebf63" providerId="LiveId" clId="{12BD5B4F-F927-439A-BEC7-04D2B800876E}" dt="2025-07-26T10:02:16.832" v="331"/>
          <ac:spMkLst>
            <pc:docMk/>
            <pc:sldMk cId="954586169" sldId="256"/>
            <ac:spMk id="48" creationId="{0761110E-0218-B668-3754-F46FC8B3D328}"/>
          </ac:spMkLst>
        </pc:spChg>
        <pc:spChg chg="add mod">
          <ac:chgData name="Marta Ponciano" userId="f195ed962d9ebf63" providerId="LiveId" clId="{12BD5B4F-F927-439A-BEC7-04D2B800876E}" dt="2025-07-26T10:02:17.465" v="332"/>
          <ac:spMkLst>
            <pc:docMk/>
            <pc:sldMk cId="954586169" sldId="256"/>
            <ac:spMk id="49" creationId="{1A338B14-1649-4323-F454-E51E7DC0C648}"/>
          </ac:spMkLst>
        </pc:spChg>
        <pc:spChg chg="add mod">
          <ac:chgData name="Marta Ponciano" userId="f195ed962d9ebf63" providerId="LiveId" clId="{12BD5B4F-F927-439A-BEC7-04D2B800876E}" dt="2025-07-26T10:02:18.148" v="333"/>
          <ac:spMkLst>
            <pc:docMk/>
            <pc:sldMk cId="954586169" sldId="256"/>
            <ac:spMk id="50" creationId="{537BC7DC-7A72-1A1E-D69A-F64D3F485873}"/>
          </ac:spMkLst>
        </pc:spChg>
        <pc:spChg chg="add mod">
          <ac:chgData name="Marta Ponciano" userId="f195ed962d9ebf63" providerId="LiveId" clId="{12BD5B4F-F927-439A-BEC7-04D2B800876E}" dt="2025-07-26T10:02:18.849" v="334"/>
          <ac:spMkLst>
            <pc:docMk/>
            <pc:sldMk cId="954586169" sldId="256"/>
            <ac:spMk id="51" creationId="{DF8C6AE5-A02E-F794-3796-020B9DC86A04}"/>
          </ac:spMkLst>
        </pc:spChg>
        <pc:spChg chg="add del mod">
          <ac:chgData name="Marta Ponciano" userId="f195ed962d9ebf63" providerId="LiveId" clId="{12BD5B4F-F927-439A-BEC7-04D2B800876E}" dt="2025-07-26T10:02:31.398" v="336" actId="478"/>
          <ac:spMkLst>
            <pc:docMk/>
            <pc:sldMk cId="954586169" sldId="256"/>
            <ac:spMk id="52" creationId="{EE681E8C-617F-B7A7-C253-0479198EE032}"/>
          </ac:spMkLst>
        </pc:spChg>
        <pc:graphicFrameChg chg="add mod modGraphic">
          <ac:chgData name="Marta Ponciano" userId="f195ed962d9ebf63" providerId="LiveId" clId="{12BD5B4F-F927-439A-BEC7-04D2B800876E}" dt="2025-07-26T10:56:45.010" v="630" actId="14100"/>
          <ac:graphicFrameMkLst>
            <pc:docMk/>
            <pc:sldMk cId="954586169" sldId="256"/>
            <ac:graphicFrameMk id="6" creationId="{B44B9C8F-72E0-5990-74C3-DB30E971E439}"/>
          </ac:graphicFrameMkLst>
        </pc:graphicFrameChg>
        <pc:picChg chg="add del mod">
          <ac:chgData name="Marta Ponciano" userId="f195ed962d9ebf63" providerId="LiveId" clId="{12BD5B4F-F927-439A-BEC7-04D2B800876E}" dt="2025-07-26T10:15:49.469" v="378" actId="478"/>
          <ac:picMkLst>
            <pc:docMk/>
            <pc:sldMk cId="954586169" sldId="256"/>
            <ac:picMk id="3" creationId="{0A7A0896-1840-6BA5-27D7-7DB01252D237}"/>
          </ac:picMkLst>
        </pc:picChg>
        <pc:picChg chg="add del mod">
          <ac:chgData name="Marta Ponciano" userId="f195ed962d9ebf63" providerId="LiveId" clId="{12BD5B4F-F927-439A-BEC7-04D2B800876E}" dt="2025-07-26T10:44:45.880" v="567" actId="478"/>
          <ac:picMkLst>
            <pc:docMk/>
            <pc:sldMk cId="954586169" sldId="256"/>
            <ac:picMk id="14" creationId="{938F8893-8A53-B022-EA14-073952A5DFDD}"/>
          </ac:picMkLst>
        </pc:picChg>
        <pc:picChg chg="add mod ord">
          <ac:chgData name="Marta Ponciano" userId="f195ed962d9ebf63" providerId="LiveId" clId="{12BD5B4F-F927-439A-BEC7-04D2B800876E}" dt="2025-07-26T11:05:14.993" v="638" actId="14100"/>
          <ac:picMkLst>
            <pc:docMk/>
            <pc:sldMk cId="954586169" sldId="256"/>
            <ac:picMk id="16" creationId="{26810A8D-A9B6-0733-2F50-768ED538CD6B}"/>
          </ac:picMkLst>
        </pc:picChg>
        <pc:picChg chg="add mod ord">
          <ac:chgData name="Marta Ponciano" userId="f195ed962d9ebf63" providerId="LiveId" clId="{12BD5B4F-F927-439A-BEC7-04D2B800876E}" dt="2025-07-26T10:53:39.044" v="623" actId="1440"/>
          <ac:picMkLst>
            <pc:docMk/>
            <pc:sldMk cId="954586169" sldId="256"/>
            <ac:picMk id="18" creationId="{6FA36FA0-814E-9747-98E3-05316A378DEE}"/>
          </ac:picMkLst>
        </pc:picChg>
        <pc:picChg chg="add mod ord">
          <ac:chgData name="Marta Ponciano" userId="f195ed962d9ebf63" providerId="LiveId" clId="{12BD5B4F-F927-439A-BEC7-04D2B800876E}" dt="2025-07-26T10:53:46.043" v="624" actId="1440"/>
          <ac:picMkLst>
            <pc:docMk/>
            <pc:sldMk cId="954586169" sldId="256"/>
            <ac:picMk id="20" creationId="{2F9F3F19-635D-64D8-70D1-6D5915D25FCC}"/>
          </ac:picMkLst>
        </pc:picChg>
        <pc:picChg chg="add mod">
          <ac:chgData name="Marta Ponciano" userId="f195ed962d9ebf63" providerId="LiveId" clId="{12BD5B4F-F927-439A-BEC7-04D2B800876E}" dt="2025-07-26T10:44:42.969" v="565" actId="931"/>
          <ac:picMkLst>
            <pc:docMk/>
            <pc:sldMk cId="954586169" sldId="256"/>
            <ac:picMk id="22" creationId="{6FE173FC-5618-50FA-0423-46DD375DC932}"/>
          </ac:picMkLst>
        </pc:picChg>
        <pc:picChg chg="add mod">
          <ac:chgData name="Marta Ponciano" userId="f195ed962d9ebf63" providerId="LiveId" clId="{12BD5B4F-F927-439A-BEC7-04D2B800876E}" dt="2025-07-26T10:53:21.096" v="621" actId="1440"/>
          <ac:picMkLst>
            <pc:docMk/>
            <pc:sldMk cId="954586169" sldId="256"/>
            <ac:picMk id="25" creationId="{3C039728-14D6-43AE-2252-F0B046FE98B0}"/>
          </ac:picMkLst>
        </pc:picChg>
        <pc:picChg chg="add mod ord">
          <ac:chgData name="Marta Ponciano" userId="f195ed962d9ebf63" providerId="LiveId" clId="{12BD5B4F-F927-439A-BEC7-04D2B800876E}" dt="2025-07-26T10:53:53.676" v="625" actId="1440"/>
          <ac:picMkLst>
            <pc:docMk/>
            <pc:sldMk cId="954586169" sldId="256"/>
            <ac:picMk id="39" creationId="{DB028D35-86F7-E664-805E-7847A1E01A7E}"/>
          </ac:picMkLst>
        </pc:picChg>
        <pc:picChg chg="add mod ord">
          <ac:chgData name="Marta Ponciano" userId="f195ed962d9ebf63" providerId="LiveId" clId="{12BD5B4F-F927-439A-BEC7-04D2B800876E}" dt="2025-07-26T10:54:00.326" v="626" actId="1440"/>
          <ac:picMkLst>
            <pc:docMk/>
            <pc:sldMk cId="954586169" sldId="256"/>
            <ac:picMk id="41" creationId="{BA1EE769-F4C7-D795-28E8-39E61CFE805B}"/>
          </ac:picMkLst>
        </pc:picChg>
        <pc:picChg chg="add del mod">
          <ac:chgData name="Marta Ponciano" userId="f195ed962d9ebf63" providerId="LiveId" clId="{12BD5B4F-F927-439A-BEC7-04D2B800876E}" dt="2025-07-26T10:06:31.556" v="345" actId="478"/>
          <ac:picMkLst>
            <pc:docMk/>
            <pc:sldMk cId="954586169" sldId="256"/>
            <ac:picMk id="54" creationId="{1381EA88-9AB4-5536-7C41-6914A1F0BCD7}"/>
          </ac:picMkLst>
        </pc:picChg>
        <pc:picChg chg="add mod">
          <ac:chgData name="Marta Ponciano" userId="f195ed962d9ebf63" providerId="LiveId" clId="{12BD5B4F-F927-439A-BEC7-04D2B800876E}" dt="2025-07-26T10:06:57.871" v="355" actId="14100"/>
          <ac:picMkLst>
            <pc:docMk/>
            <pc:sldMk cId="954586169" sldId="256"/>
            <ac:picMk id="56" creationId="{D0664A26-DE16-14BA-FE91-2B25C93AB4B6}"/>
          </ac:picMkLst>
        </pc:picChg>
      </pc:sldChg>
      <pc:sldChg chg="new del">
        <pc:chgData name="Marta Ponciano" userId="f195ed962d9ebf63" providerId="LiveId" clId="{12BD5B4F-F927-439A-BEC7-04D2B800876E}" dt="2025-07-26T11:31:16.131" v="654" actId="47"/>
        <pc:sldMkLst>
          <pc:docMk/>
          <pc:sldMk cId="3087088617" sldId="257"/>
        </pc:sldMkLst>
      </pc:sldChg>
      <pc:sldChg chg="addSp delSp modSp new del mod">
        <pc:chgData name="Marta Ponciano" userId="f195ed962d9ebf63" providerId="LiveId" clId="{12BD5B4F-F927-439A-BEC7-04D2B800876E}" dt="2025-07-26T11:28:44.163" v="652" actId="2696"/>
        <pc:sldMkLst>
          <pc:docMk/>
          <pc:sldMk cId="3434663629" sldId="257"/>
        </pc:sldMkLst>
        <pc:spChg chg="del">
          <ac:chgData name="Marta Ponciano" userId="f195ed962d9ebf63" providerId="LiveId" clId="{12BD5B4F-F927-439A-BEC7-04D2B800876E}" dt="2025-07-26T10:57:53.119" v="632" actId="478"/>
          <ac:spMkLst>
            <pc:docMk/>
            <pc:sldMk cId="3434663629" sldId="257"/>
            <ac:spMk id="2" creationId="{6B0C77A8-690A-934C-E652-77DA6ED4B688}"/>
          </ac:spMkLst>
        </pc:spChg>
        <pc:spChg chg="del">
          <ac:chgData name="Marta Ponciano" userId="f195ed962d9ebf63" providerId="LiveId" clId="{12BD5B4F-F927-439A-BEC7-04D2B800876E}" dt="2025-07-26T10:57:56.519" v="633" actId="478"/>
          <ac:spMkLst>
            <pc:docMk/>
            <pc:sldMk cId="3434663629" sldId="257"/>
            <ac:spMk id="3" creationId="{492572CE-314A-90C8-9D17-70C948CD5468}"/>
          </ac:spMkLst>
        </pc:spChg>
        <pc:spChg chg="add del mod">
          <ac:chgData name="Marta Ponciano" userId="f195ed962d9ebf63" providerId="LiveId" clId="{12BD5B4F-F927-439A-BEC7-04D2B800876E}" dt="2025-07-26T11:26:00.466" v="642" actId="478"/>
          <ac:spMkLst>
            <pc:docMk/>
            <pc:sldMk cId="3434663629" sldId="257"/>
            <ac:spMk id="4" creationId="{1E6642AF-A7BD-8790-8633-6D44C62330F3}"/>
          </ac:spMkLst>
        </pc:spChg>
        <pc:spChg chg="add mod">
          <ac:chgData name="Marta Ponciano" userId="f195ed962d9ebf63" providerId="LiveId" clId="{12BD5B4F-F927-439A-BEC7-04D2B800876E}" dt="2025-07-26T11:27:18.750" v="651" actId="1076"/>
          <ac:spMkLst>
            <pc:docMk/>
            <pc:sldMk cId="3434663629" sldId="257"/>
            <ac:spMk id="5" creationId="{D762DE73-81EE-6F6B-B14B-696B775A7A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0FDBD-C69E-4901-9654-1D3EC2EAAD1B}" type="datetimeFigureOut">
              <a:rPr lang="es-ES" smtClean="0"/>
              <a:t>18/9/25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D6B64-74DF-40F4-8089-844D8EB568C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699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FB07-BC80-FE2A-FC89-FE3CEC91F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CAB61-FD61-DD4B-9B4D-70C6B4EAD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1E4A7-AC08-75B8-DD2B-2EAED8D5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5F714-CCF8-5F46-C075-88B11D56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3C693-40DF-581F-667D-C1E3BDAE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994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C0D2-626B-C753-38C7-6B670F1B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45DE-CBD1-95D0-95FE-97098BE69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A61A-2076-159A-9337-3996FD96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C2A58-CE9E-6FAF-3209-3F13F2A4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E5BC9-BEB0-2AD5-643A-4E776342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683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21D8-F5E8-BC31-F308-7CC42FD6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3DA73-B75E-389E-17F1-29D38F88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1BA58-BC83-BA9D-4D40-C1923CA7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0166E-CD0E-D273-F819-E16332A3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F8AF0-6ABE-11B6-EDE1-0BB0BF4A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6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429B-36C5-D86F-93D8-CE77EDF2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183A-C213-7905-76F5-9DE24E65A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E00A5-13E9-7D26-DD3A-CED28F538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77641-8831-DD25-A2C0-215150C3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58699-8A91-50AD-51B2-BE2123AF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35518-67E2-E040-BE3C-41E7E168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915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DC39-497B-969E-16AF-EB108CC1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C6709-B12F-558A-5EC6-DE5CB9F61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7DF5F-D10C-09A9-A442-C8733F93D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2B5EB-04F9-4556-5DA5-F79425EB4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BC1E71-60C6-CEC5-237C-916440E1A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0A47E-6B2E-1BB9-1B19-D1237ECB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5E16F-7B16-D512-273B-C998A404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551E5-FB67-2249-E747-39ABA9D0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3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36B0-A76C-1637-A1BD-D8149A65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11668-E1CC-48CE-0030-BEDD1E54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90B83-75A1-71A5-BDC3-221F6C9B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BE321-88BF-4D0E-B3E5-9CAF72F8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55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37941-0100-7EE1-400D-A3E6AB3A3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94D47-39CE-C83D-7085-BBB31265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87174-CDB6-2C11-928C-33EDAFD8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91C8-EEC5-67DF-616D-D368A060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9DDB0-A3D3-B184-36B4-BB7238D1A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B4487-9276-5773-F661-909060273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CADA9-F63B-0236-66D6-2574F58A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E5995-BEAF-A0FF-FF8C-DF5A2197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9040A-DA9F-3919-6306-D8EB8E3C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270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9E6A-876C-A058-8692-F6A83FE2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6CCE1-7BD5-B10C-EC1B-C679F05B4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6F5C2-D835-9F21-149A-7A9F30914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100F3-6C06-8743-526D-CD14B6CB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84C58-2B78-3A91-86ED-62975956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4A2B6-ADFC-DD49-CB46-AF40D0E6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503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3DF6-DC1A-EF25-ABB5-62C1326F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8275E-DC19-C852-3B16-B7D46936C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61D48-FF7C-9602-A947-1EB2C0E2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C7D5-CC8A-5C85-49A9-358B3F3F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003A9-570B-F0AA-6ECF-0ED04AD0D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936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0A182-EB70-94A0-A421-339B9BAD4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EA868-B2E3-D62D-51E8-A33B95D65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B6904-6DB3-DEA5-8B47-E11129F1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F923A-9AB7-EB25-F756-A1C58297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D0239-968C-AFA6-FA20-4F2F1A16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303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29A24-E5F7-C5B5-1F25-89360682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E41A8-C52F-A654-80E4-319219171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0E2A8-A936-41A1-DB67-40B186C7B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4D44D-EE01-4CA8-B2F7-D3B3DD40F3E5}" type="datetimeFigureOut">
              <a:rPr lang="es-ES" smtClean="0"/>
              <a:t>18/9/25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D1A0-61B5-A1FE-C6F7-667A07ECA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2989-C11E-ED5E-1800-23D3CFC72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3651A-0E93-41EC-80D9-7149CA0600E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275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0491ED-B0E5-E12E-3373-8552503281C7}"/>
              </a:ext>
            </a:extLst>
          </p:cNvPr>
          <p:cNvSpPr/>
          <p:nvPr/>
        </p:nvSpPr>
        <p:spPr>
          <a:xfrm>
            <a:off x="1322655" y="9847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4E7050C8-79AA-AEC3-770B-7189C460BB61}"/>
              </a:ext>
            </a:extLst>
          </p:cNvPr>
          <p:cNvSpPr/>
          <p:nvPr/>
        </p:nvSpPr>
        <p:spPr>
          <a:xfrm>
            <a:off x="4269784" y="2137488"/>
            <a:ext cx="983224" cy="612522"/>
          </a:xfrm>
          <a:prstGeom prst="wedgeRoundRectCallout">
            <a:avLst>
              <a:gd name="adj1" fmla="val 68135"/>
              <a:gd name="adj2" fmla="val 2438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470373-5494-C003-8B31-3CF0EB8A3F10}"/>
              </a:ext>
            </a:extLst>
          </p:cNvPr>
          <p:cNvSpPr txBox="1"/>
          <p:nvPr/>
        </p:nvSpPr>
        <p:spPr>
          <a:xfrm>
            <a:off x="4269784" y="2260544"/>
            <a:ext cx="98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cow</a:t>
            </a: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CF6D226C-E4DE-032C-A82F-41B8A82A18CE}"/>
              </a:ext>
            </a:extLst>
          </p:cNvPr>
          <p:cNvSpPr/>
          <p:nvPr/>
        </p:nvSpPr>
        <p:spPr>
          <a:xfrm>
            <a:off x="1236496" y="4783516"/>
            <a:ext cx="823211" cy="516039"/>
          </a:xfrm>
          <a:prstGeom prst="wedgeRoundRectCallout">
            <a:avLst>
              <a:gd name="adj1" fmla="val -74136"/>
              <a:gd name="adj2" fmla="val 2807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1EEBD7-5FCB-ABC4-62F6-834A56F7AF53}"/>
              </a:ext>
            </a:extLst>
          </p:cNvPr>
          <p:cNvSpPr txBox="1"/>
          <p:nvPr/>
        </p:nvSpPr>
        <p:spPr>
          <a:xfrm>
            <a:off x="2136809" y="441677"/>
            <a:ext cx="240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Response inhibition</a:t>
            </a:r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FCD62593-088F-0FBD-796D-1624F013F5F9}"/>
              </a:ext>
            </a:extLst>
          </p:cNvPr>
          <p:cNvSpPr/>
          <p:nvPr/>
        </p:nvSpPr>
        <p:spPr>
          <a:xfrm>
            <a:off x="2146212" y="5513747"/>
            <a:ext cx="823211" cy="516039"/>
          </a:xfrm>
          <a:prstGeom prst="wedgeRoundRectCallout">
            <a:avLst>
              <a:gd name="adj1" fmla="val 73360"/>
              <a:gd name="adj2" fmla="val 1935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BDCB7EC1-B80C-1E7B-1DB4-646FB622A63A}"/>
              </a:ext>
            </a:extLst>
          </p:cNvPr>
          <p:cNvSpPr/>
          <p:nvPr/>
        </p:nvSpPr>
        <p:spPr>
          <a:xfrm>
            <a:off x="3836986" y="4783515"/>
            <a:ext cx="823211" cy="516039"/>
          </a:xfrm>
          <a:prstGeom prst="wedgeRoundRectCallout">
            <a:avLst>
              <a:gd name="adj1" fmla="val -74136"/>
              <a:gd name="adj2" fmla="val 2807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70995718-736A-714F-6F8A-F66C1AF02597}"/>
              </a:ext>
            </a:extLst>
          </p:cNvPr>
          <p:cNvSpPr/>
          <p:nvPr/>
        </p:nvSpPr>
        <p:spPr>
          <a:xfrm>
            <a:off x="4660197" y="5513747"/>
            <a:ext cx="823211" cy="516039"/>
          </a:xfrm>
          <a:prstGeom prst="wedgeRoundRectCallout">
            <a:avLst>
              <a:gd name="adj1" fmla="val 73360"/>
              <a:gd name="adj2" fmla="val 1935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42080-B4C2-16CF-2C34-3E28A9D28E09}"/>
              </a:ext>
            </a:extLst>
          </p:cNvPr>
          <p:cNvSpPr txBox="1"/>
          <p:nvPr/>
        </p:nvSpPr>
        <p:spPr>
          <a:xfrm>
            <a:off x="1321753" y="4872257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3-9-6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6127CB-0145-F0D4-973E-84385BB4FE46}"/>
              </a:ext>
            </a:extLst>
          </p:cNvPr>
          <p:cNvSpPr txBox="1"/>
          <p:nvPr/>
        </p:nvSpPr>
        <p:spPr>
          <a:xfrm>
            <a:off x="2231469" y="5602489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3-9-6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C45643-74CF-7C61-C4E1-4ABEB06E6DD6}"/>
              </a:ext>
            </a:extLst>
          </p:cNvPr>
          <p:cNvSpPr txBox="1"/>
          <p:nvPr/>
        </p:nvSpPr>
        <p:spPr>
          <a:xfrm>
            <a:off x="3922243" y="4871852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5-2-7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CD00B6-A0FE-8CC6-FD62-F68D1436D8CF}"/>
              </a:ext>
            </a:extLst>
          </p:cNvPr>
          <p:cNvSpPr txBox="1"/>
          <p:nvPr/>
        </p:nvSpPr>
        <p:spPr>
          <a:xfrm>
            <a:off x="4739521" y="5602489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7-2-5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3878A5-B0ED-3F97-6EEA-74B31867E0CE}"/>
              </a:ext>
            </a:extLst>
          </p:cNvPr>
          <p:cNvSpPr/>
          <p:nvPr/>
        </p:nvSpPr>
        <p:spPr>
          <a:xfrm>
            <a:off x="1475055" y="11371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61110E-0218-B668-3754-F46FC8B3D328}"/>
              </a:ext>
            </a:extLst>
          </p:cNvPr>
          <p:cNvSpPr/>
          <p:nvPr/>
        </p:nvSpPr>
        <p:spPr>
          <a:xfrm>
            <a:off x="1627455" y="12895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338B14-1649-4323-F454-E51E7DC0C648}"/>
              </a:ext>
            </a:extLst>
          </p:cNvPr>
          <p:cNvSpPr/>
          <p:nvPr/>
        </p:nvSpPr>
        <p:spPr>
          <a:xfrm>
            <a:off x="1779855" y="14419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7BC7DC-7A72-1A1E-D69A-F64D3F485873}"/>
              </a:ext>
            </a:extLst>
          </p:cNvPr>
          <p:cNvSpPr/>
          <p:nvPr/>
        </p:nvSpPr>
        <p:spPr>
          <a:xfrm>
            <a:off x="1932255" y="15943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F8C6AE5-A02E-F794-3796-020B9DC86A04}"/>
              </a:ext>
            </a:extLst>
          </p:cNvPr>
          <p:cNvSpPr/>
          <p:nvPr/>
        </p:nvSpPr>
        <p:spPr>
          <a:xfrm>
            <a:off x="2084655" y="17467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6" name="Picture 55" descr="A cartoon of a pig&#10;&#10;AI-generated content may be incorrect.">
            <a:extLst>
              <a:ext uri="{FF2B5EF4-FFF2-40B4-BE49-F238E27FC236}">
                <a16:creationId xmlns:a16="http://schemas.microsoft.com/office/drawing/2014/main" id="{D0664A26-DE16-14BA-FE91-2B25C93AB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489" y="1807208"/>
            <a:ext cx="1088350" cy="1088350"/>
          </a:xfrm>
          <a:prstGeom prst="rect">
            <a:avLst/>
          </a:prstGeom>
        </p:spPr>
      </p:pic>
      <p:pic>
        <p:nvPicPr>
          <p:cNvPr id="25" name="Picture 24" descr="A child standing next to a chocolate bar&#10;&#10;AI-generated content may be incorrect.">
            <a:extLst>
              <a:ext uri="{FF2B5EF4-FFF2-40B4-BE49-F238E27FC236}">
                <a16:creationId xmlns:a16="http://schemas.microsoft.com/office/drawing/2014/main" id="{3C039728-14D6-43AE-2252-F0B046FE9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7"/>
          <a:stretch>
            <a:fillRect/>
          </a:stretch>
        </p:blipFill>
        <p:spPr>
          <a:xfrm>
            <a:off x="8780851" y="593003"/>
            <a:ext cx="1631294" cy="1088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 descr="A cartoon of a child next to a bed and a couch&#10;&#10;AI-generated content may be incorrect.">
            <a:extLst>
              <a:ext uri="{FF2B5EF4-FFF2-40B4-BE49-F238E27FC236}">
                <a16:creationId xmlns:a16="http://schemas.microsoft.com/office/drawing/2014/main" id="{26810A8D-A9B6-0733-2F50-768ED538C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385" y="1640468"/>
            <a:ext cx="1631294" cy="102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Picture 17" descr="A cartoon of a child standing next to a box&#10;&#10;AI-generated content may be incorrect.">
            <a:extLst>
              <a:ext uri="{FF2B5EF4-FFF2-40B4-BE49-F238E27FC236}">
                <a16:creationId xmlns:a16="http://schemas.microsoft.com/office/drawing/2014/main" id="{6FA36FA0-814E-9747-98E3-05316A378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3"/>
          <a:stretch>
            <a:fillRect/>
          </a:stretch>
        </p:blipFill>
        <p:spPr>
          <a:xfrm>
            <a:off x="9016632" y="2576954"/>
            <a:ext cx="1631294" cy="10273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Picture 19" descr="A can of colored pencils&#10;&#10;AI-generated content may be incorrect.">
            <a:extLst>
              <a:ext uri="{FF2B5EF4-FFF2-40B4-BE49-F238E27FC236}">
                <a16:creationId xmlns:a16="http://schemas.microsoft.com/office/drawing/2014/main" id="{2F9F3F19-635D-64D8-70D1-6D5915D25F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89" r="-1"/>
          <a:stretch>
            <a:fillRect/>
          </a:stretch>
        </p:blipFill>
        <p:spPr>
          <a:xfrm>
            <a:off x="9103745" y="3534455"/>
            <a:ext cx="1631294" cy="973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9" name="Picture 38" descr="A cartoon of a child next to a box and a ball&#10;&#10;AI-generated content may be incorrect.">
            <a:extLst>
              <a:ext uri="{FF2B5EF4-FFF2-40B4-BE49-F238E27FC236}">
                <a16:creationId xmlns:a16="http://schemas.microsoft.com/office/drawing/2014/main" id="{DB028D35-86F7-E664-805E-7847A1E01A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68476" y="4439192"/>
            <a:ext cx="1715485" cy="9771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1" name="Picture 40" descr="A person and a child wearing a party hat&#10;&#10;AI-generated content may be incorrect.">
            <a:extLst>
              <a:ext uri="{FF2B5EF4-FFF2-40B4-BE49-F238E27FC236}">
                <a16:creationId xmlns:a16="http://schemas.microsoft.com/office/drawing/2014/main" id="{BA1EE769-F4C7-D795-28E8-39E61CFE80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8"/>
          <a:stretch>
            <a:fillRect/>
          </a:stretch>
        </p:blipFill>
        <p:spPr>
          <a:xfrm>
            <a:off x="9441425" y="5385860"/>
            <a:ext cx="1631294" cy="10646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Speech Bubble: Rectangle with Corners Rounded 23">
            <a:extLst>
              <a:ext uri="{FF2B5EF4-FFF2-40B4-BE49-F238E27FC236}">
                <a16:creationId xmlns:a16="http://schemas.microsoft.com/office/drawing/2014/main" id="{3C83C836-4418-0690-7B5A-10A85DD41023}"/>
              </a:ext>
            </a:extLst>
          </p:cNvPr>
          <p:cNvSpPr/>
          <p:nvPr/>
        </p:nvSpPr>
        <p:spPr>
          <a:xfrm>
            <a:off x="4269784" y="1098281"/>
            <a:ext cx="983224" cy="612522"/>
          </a:xfrm>
          <a:prstGeom prst="wedgeRoundRectCallout">
            <a:avLst>
              <a:gd name="adj1" fmla="val 68135"/>
              <a:gd name="adj2" fmla="val 2438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7E42D-2964-B9D2-17CC-1BA631F23340}"/>
              </a:ext>
            </a:extLst>
          </p:cNvPr>
          <p:cNvSpPr txBox="1"/>
          <p:nvPr/>
        </p:nvSpPr>
        <p:spPr>
          <a:xfrm>
            <a:off x="4269784" y="1221337"/>
            <a:ext cx="98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E787F86-CCAD-F719-0CC4-B10B70BB4AEE}"/>
              </a:ext>
            </a:extLst>
          </p:cNvPr>
          <p:cNvSpPr/>
          <p:nvPr/>
        </p:nvSpPr>
        <p:spPr>
          <a:xfrm>
            <a:off x="686510" y="61993"/>
            <a:ext cx="5409490" cy="31397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1A8388-9651-7794-3EC2-B45489DE35C7}"/>
              </a:ext>
            </a:extLst>
          </p:cNvPr>
          <p:cNvSpPr/>
          <p:nvPr/>
        </p:nvSpPr>
        <p:spPr>
          <a:xfrm>
            <a:off x="686510" y="3297724"/>
            <a:ext cx="5409490" cy="32753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5CD89-9E21-5839-0306-E6490CB7FFFC}"/>
              </a:ext>
            </a:extLst>
          </p:cNvPr>
          <p:cNvSpPr txBox="1"/>
          <p:nvPr/>
        </p:nvSpPr>
        <p:spPr>
          <a:xfrm>
            <a:off x="-132917" y="91447"/>
            <a:ext cx="6734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Animal Stroop Task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4E448-9BDE-148F-085E-9448F81F7BEC}"/>
              </a:ext>
            </a:extLst>
          </p:cNvPr>
          <p:cNvSpPr txBox="1"/>
          <p:nvPr/>
        </p:nvSpPr>
        <p:spPr>
          <a:xfrm>
            <a:off x="5505659" y="111985"/>
            <a:ext cx="679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1200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Theory of Mind (</a:t>
            </a:r>
            <a:r>
              <a:rPr lang="en-US" sz="1800" b="1" kern="1200" noProof="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ToM</a:t>
            </a:r>
            <a:r>
              <a:rPr lang="en-US" sz="1800" b="1" kern="1200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task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5E10C-0D9B-F859-7DE4-C6F93B2F318E}"/>
              </a:ext>
            </a:extLst>
          </p:cNvPr>
          <p:cNvSpPr txBox="1"/>
          <p:nvPr/>
        </p:nvSpPr>
        <p:spPr>
          <a:xfrm>
            <a:off x="276042" y="3418865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Digit </a:t>
            </a:r>
            <a:r>
              <a:rPr lang="en-US" sz="1800" b="1" kern="1200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Span</a:t>
            </a:r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Task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5077864-5309-8374-A556-E1B1A9C1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65045"/>
              </p:ext>
            </p:extLst>
          </p:nvPr>
        </p:nvGraphicFramePr>
        <p:xfrm>
          <a:off x="864441" y="3806816"/>
          <a:ext cx="503794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970">
                  <a:extLst>
                    <a:ext uri="{9D8B030D-6E8A-4147-A177-3AD203B41FA5}">
                      <a16:colId xmlns:a16="http://schemas.microsoft.com/office/drawing/2014/main" val="3284472281"/>
                    </a:ext>
                  </a:extLst>
                </a:gridCol>
                <a:gridCol w="2518970">
                  <a:extLst>
                    <a:ext uri="{9D8B030D-6E8A-4147-A177-3AD203B41FA5}">
                      <a16:colId xmlns:a16="http://schemas.microsoft.com/office/drawing/2014/main" val="117264594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noProof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Forward Digit Span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noProof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Backward Digit Span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0791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noProof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Short-term memory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Working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memory</a:t>
                      </a:r>
                      <a:endParaRPr lang="es-ES" sz="16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802200"/>
                  </a:ext>
                </a:extLst>
              </a:tr>
            </a:tbl>
          </a:graphicData>
        </a:graphic>
      </p:graphicFrame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531E486-1B0E-4F54-D694-8A5EC906A4AD}"/>
              </a:ext>
            </a:extLst>
          </p:cNvPr>
          <p:cNvSpPr/>
          <p:nvPr/>
        </p:nvSpPr>
        <p:spPr>
          <a:xfrm>
            <a:off x="6395822" y="61993"/>
            <a:ext cx="5067080" cy="65110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Speech Bubble: Rectangle with Corners Rounded 26">
            <a:extLst>
              <a:ext uri="{FF2B5EF4-FFF2-40B4-BE49-F238E27FC236}">
                <a16:creationId xmlns:a16="http://schemas.microsoft.com/office/drawing/2014/main" id="{F61AA5EC-B9EF-CE37-9BA2-DD45095FD581}"/>
              </a:ext>
            </a:extLst>
          </p:cNvPr>
          <p:cNvSpPr/>
          <p:nvPr/>
        </p:nvSpPr>
        <p:spPr>
          <a:xfrm>
            <a:off x="6765125" y="773539"/>
            <a:ext cx="1822284" cy="817130"/>
          </a:xfrm>
          <a:prstGeom prst="wedgeRoundRectCallout">
            <a:avLst>
              <a:gd name="adj1" fmla="val -61773"/>
              <a:gd name="adj2" fmla="val 313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4AC88-7553-A6DE-B953-7EA1BC70A7E2}"/>
              </a:ext>
            </a:extLst>
          </p:cNvPr>
          <p:cNvSpPr txBox="1"/>
          <p:nvPr/>
        </p:nvSpPr>
        <p:spPr>
          <a:xfrm>
            <a:off x="6765125" y="900577"/>
            <a:ext cx="18222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does Tommy want to eat?</a:t>
            </a:r>
            <a:endParaRPr lang="en-E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Speech Bubble: Rectangle with Corners Rounded 26">
            <a:extLst>
              <a:ext uri="{FF2B5EF4-FFF2-40B4-BE49-F238E27FC236}">
                <a16:creationId xmlns:a16="http://schemas.microsoft.com/office/drawing/2014/main" id="{FC44105B-2EDB-7FCC-FD0F-E3A824E1D14F}"/>
              </a:ext>
            </a:extLst>
          </p:cNvPr>
          <p:cNvSpPr/>
          <p:nvPr/>
        </p:nvSpPr>
        <p:spPr>
          <a:xfrm flipV="1">
            <a:off x="6765124" y="5165205"/>
            <a:ext cx="2286117" cy="1099792"/>
          </a:xfrm>
          <a:prstGeom prst="wedgeRoundRectCallout">
            <a:avLst>
              <a:gd name="adj1" fmla="val -61773"/>
              <a:gd name="adj2" fmla="val 313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DC25A9-A0DF-E2C2-FE69-60ED625CD999}"/>
              </a:ext>
            </a:extLst>
          </p:cNvPr>
          <p:cNvSpPr txBox="1"/>
          <p:nvPr/>
        </p:nvSpPr>
        <p:spPr>
          <a:xfrm>
            <a:off x="6832471" y="5205845"/>
            <a:ext cx="22282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Robin’s mother know that Robin has realized he will get a bicycle?</a:t>
            </a:r>
            <a:endParaRPr lang="en-E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Speech Bubble: Rectangle with Corners Rounded 26">
            <a:extLst>
              <a:ext uri="{FF2B5EF4-FFF2-40B4-BE49-F238E27FC236}">
                <a16:creationId xmlns:a16="http://schemas.microsoft.com/office/drawing/2014/main" id="{171B2FC0-7EDF-A58E-9793-AF04FFB25E0C}"/>
              </a:ext>
            </a:extLst>
          </p:cNvPr>
          <p:cNvSpPr/>
          <p:nvPr/>
        </p:nvSpPr>
        <p:spPr>
          <a:xfrm>
            <a:off x="6765125" y="3070774"/>
            <a:ext cx="1951684" cy="1022475"/>
          </a:xfrm>
          <a:prstGeom prst="wedgeRoundRectCallout">
            <a:avLst>
              <a:gd name="adj1" fmla="val -62246"/>
              <a:gd name="adj2" fmla="val 602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9D4E04-C4F6-1FB5-281A-1F8C5B6B3D89}"/>
              </a:ext>
            </a:extLst>
          </p:cNvPr>
          <p:cNvSpPr txBox="1"/>
          <p:nvPr/>
        </p:nvSpPr>
        <p:spPr>
          <a:xfrm>
            <a:off x="6765124" y="3187981"/>
            <a:ext cx="195168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does Helen think is inside the can of potato chips?</a:t>
            </a:r>
            <a:endParaRPr lang="en-E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58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9A79-7252-9751-7DF4-674024116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BCDA0E-1602-1BB9-9120-0F3FD78F351A}"/>
              </a:ext>
            </a:extLst>
          </p:cNvPr>
          <p:cNvSpPr/>
          <p:nvPr/>
        </p:nvSpPr>
        <p:spPr>
          <a:xfrm>
            <a:off x="1322655" y="9847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8D0B7579-3876-0A86-6CA3-9E30BEA8E4F9}"/>
              </a:ext>
            </a:extLst>
          </p:cNvPr>
          <p:cNvSpPr/>
          <p:nvPr/>
        </p:nvSpPr>
        <p:spPr>
          <a:xfrm>
            <a:off x="4269784" y="2137488"/>
            <a:ext cx="983224" cy="612522"/>
          </a:xfrm>
          <a:prstGeom prst="wedgeRoundRectCallout">
            <a:avLst>
              <a:gd name="adj1" fmla="val 68135"/>
              <a:gd name="adj2" fmla="val 2438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2929E9-A1C9-AE71-1E45-E45FEE7F6EBA}"/>
              </a:ext>
            </a:extLst>
          </p:cNvPr>
          <p:cNvSpPr txBox="1"/>
          <p:nvPr/>
        </p:nvSpPr>
        <p:spPr>
          <a:xfrm>
            <a:off x="4269784" y="2260544"/>
            <a:ext cx="98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cow</a:t>
            </a: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EF8BBA0D-1B14-664C-372F-39BD72EBAF63}"/>
              </a:ext>
            </a:extLst>
          </p:cNvPr>
          <p:cNvSpPr/>
          <p:nvPr/>
        </p:nvSpPr>
        <p:spPr>
          <a:xfrm>
            <a:off x="1236496" y="4783516"/>
            <a:ext cx="823211" cy="516039"/>
          </a:xfrm>
          <a:prstGeom prst="wedgeRoundRectCallout">
            <a:avLst>
              <a:gd name="adj1" fmla="val -74136"/>
              <a:gd name="adj2" fmla="val 2807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DABDE5-B3C1-AE91-CEF8-F46B51E40C59}"/>
              </a:ext>
            </a:extLst>
          </p:cNvPr>
          <p:cNvSpPr txBox="1"/>
          <p:nvPr/>
        </p:nvSpPr>
        <p:spPr>
          <a:xfrm>
            <a:off x="2136809" y="441677"/>
            <a:ext cx="240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Response inhibition</a:t>
            </a:r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79214B85-32DA-7FC9-6FBB-DF96998C22A8}"/>
              </a:ext>
            </a:extLst>
          </p:cNvPr>
          <p:cNvSpPr/>
          <p:nvPr/>
        </p:nvSpPr>
        <p:spPr>
          <a:xfrm>
            <a:off x="2146212" y="5513747"/>
            <a:ext cx="823211" cy="516039"/>
          </a:xfrm>
          <a:prstGeom prst="wedgeRoundRectCallout">
            <a:avLst>
              <a:gd name="adj1" fmla="val 73360"/>
              <a:gd name="adj2" fmla="val 1935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C566A368-732A-1D2A-29CD-BDEE1424105F}"/>
              </a:ext>
            </a:extLst>
          </p:cNvPr>
          <p:cNvSpPr/>
          <p:nvPr/>
        </p:nvSpPr>
        <p:spPr>
          <a:xfrm>
            <a:off x="3836986" y="4783515"/>
            <a:ext cx="823211" cy="516039"/>
          </a:xfrm>
          <a:prstGeom prst="wedgeRoundRectCallout">
            <a:avLst>
              <a:gd name="adj1" fmla="val -74136"/>
              <a:gd name="adj2" fmla="val 2807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83307021-8355-1EF5-2F45-957721B1D0BB}"/>
              </a:ext>
            </a:extLst>
          </p:cNvPr>
          <p:cNvSpPr/>
          <p:nvPr/>
        </p:nvSpPr>
        <p:spPr>
          <a:xfrm>
            <a:off x="4660197" y="5513747"/>
            <a:ext cx="823211" cy="516039"/>
          </a:xfrm>
          <a:prstGeom prst="wedgeRoundRectCallout">
            <a:avLst>
              <a:gd name="adj1" fmla="val 73360"/>
              <a:gd name="adj2" fmla="val 1935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73A6AF-843E-07F0-5B90-D3C7F211EA62}"/>
              </a:ext>
            </a:extLst>
          </p:cNvPr>
          <p:cNvSpPr txBox="1"/>
          <p:nvPr/>
        </p:nvSpPr>
        <p:spPr>
          <a:xfrm>
            <a:off x="1321753" y="4872257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3-9-6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26C3C9-1503-FADF-E18A-BF20391EB227}"/>
              </a:ext>
            </a:extLst>
          </p:cNvPr>
          <p:cNvSpPr txBox="1"/>
          <p:nvPr/>
        </p:nvSpPr>
        <p:spPr>
          <a:xfrm>
            <a:off x="2231469" y="5602489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3-9-6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28780-9661-04BA-1295-990EFAD66420}"/>
              </a:ext>
            </a:extLst>
          </p:cNvPr>
          <p:cNvSpPr txBox="1"/>
          <p:nvPr/>
        </p:nvSpPr>
        <p:spPr>
          <a:xfrm>
            <a:off x="3922243" y="4871852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5-2-7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5C4942-80FB-7D73-E8D5-363011675402}"/>
              </a:ext>
            </a:extLst>
          </p:cNvPr>
          <p:cNvSpPr txBox="1"/>
          <p:nvPr/>
        </p:nvSpPr>
        <p:spPr>
          <a:xfrm>
            <a:off x="4739521" y="5602489"/>
            <a:ext cx="65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7-2-5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A28EBE-DB1E-66B5-1221-A3EF93BE320C}"/>
              </a:ext>
            </a:extLst>
          </p:cNvPr>
          <p:cNvSpPr/>
          <p:nvPr/>
        </p:nvSpPr>
        <p:spPr>
          <a:xfrm>
            <a:off x="1475055" y="11371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B6A70F8-4D82-CDA6-A387-E69CBDC7CCCC}"/>
              </a:ext>
            </a:extLst>
          </p:cNvPr>
          <p:cNvSpPr/>
          <p:nvPr/>
        </p:nvSpPr>
        <p:spPr>
          <a:xfrm>
            <a:off x="1627455" y="12895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39D977-D1AF-8179-AF03-B7B994A5A63C}"/>
              </a:ext>
            </a:extLst>
          </p:cNvPr>
          <p:cNvSpPr/>
          <p:nvPr/>
        </p:nvSpPr>
        <p:spPr>
          <a:xfrm>
            <a:off x="1779855" y="14419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46CBDA-E14F-A37E-787F-734282C89585}"/>
              </a:ext>
            </a:extLst>
          </p:cNvPr>
          <p:cNvSpPr/>
          <p:nvPr/>
        </p:nvSpPr>
        <p:spPr>
          <a:xfrm>
            <a:off x="1932255" y="15943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437455-203A-58A5-5177-4409EE01E100}"/>
              </a:ext>
            </a:extLst>
          </p:cNvPr>
          <p:cNvSpPr/>
          <p:nvPr/>
        </p:nvSpPr>
        <p:spPr>
          <a:xfrm>
            <a:off x="2084655" y="1746778"/>
            <a:ext cx="1244184" cy="11242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6" name="Picture 55" descr="A cartoon of a pig&#10;&#10;AI-generated content may be incorrect.">
            <a:extLst>
              <a:ext uri="{FF2B5EF4-FFF2-40B4-BE49-F238E27FC236}">
                <a16:creationId xmlns:a16="http://schemas.microsoft.com/office/drawing/2014/main" id="{778CAF50-E911-04BF-AADB-E39BC0332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489" y="1807208"/>
            <a:ext cx="1088350" cy="1088350"/>
          </a:xfrm>
          <a:prstGeom prst="rect">
            <a:avLst/>
          </a:prstGeom>
        </p:spPr>
      </p:pic>
      <p:sp>
        <p:nvSpPr>
          <p:cNvPr id="2" name="Speech Bubble: Rectangle with Corners Rounded 23">
            <a:extLst>
              <a:ext uri="{FF2B5EF4-FFF2-40B4-BE49-F238E27FC236}">
                <a16:creationId xmlns:a16="http://schemas.microsoft.com/office/drawing/2014/main" id="{E6B1FCB3-5F56-0DBE-8179-9D11D21A33CA}"/>
              </a:ext>
            </a:extLst>
          </p:cNvPr>
          <p:cNvSpPr/>
          <p:nvPr/>
        </p:nvSpPr>
        <p:spPr>
          <a:xfrm>
            <a:off x="4269784" y="1098281"/>
            <a:ext cx="983224" cy="612522"/>
          </a:xfrm>
          <a:prstGeom prst="wedgeRoundRectCallout">
            <a:avLst>
              <a:gd name="adj1" fmla="val 68135"/>
              <a:gd name="adj2" fmla="val 2438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A0A9B-8937-E02D-A0EC-6572BD73C731}"/>
              </a:ext>
            </a:extLst>
          </p:cNvPr>
          <p:cNvSpPr txBox="1"/>
          <p:nvPr/>
        </p:nvSpPr>
        <p:spPr>
          <a:xfrm>
            <a:off x="4269784" y="1221337"/>
            <a:ext cx="98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1CA2DF-CFE8-4495-F45D-FA54348B45B6}"/>
              </a:ext>
            </a:extLst>
          </p:cNvPr>
          <p:cNvSpPr/>
          <p:nvPr/>
        </p:nvSpPr>
        <p:spPr>
          <a:xfrm>
            <a:off x="686510" y="61993"/>
            <a:ext cx="5409490" cy="31397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A3EF98-D39E-D67A-3024-F172F23B9DDD}"/>
              </a:ext>
            </a:extLst>
          </p:cNvPr>
          <p:cNvSpPr/>
          <p:nvPr/>
        </p:nvSpPr>
        <p:spPr>
          <a:xfrm>
            <a:off x="686510" y="3297724"/>
            <a:ext cx="5409490" cy="32753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1D646-4077-C645-1797-F18611A39B2E}"/>
              </a:ext>
            </a:extLst>
          </p:cNvPr>
          <p:cNvSpPr txBox="1"/>
          <p:nvPr/>
        </p:nvSpPr>
        <p:spPr>
          <a:xfrm>
            <a:off x="-132917" y="91447"/>
            <a:ext cx="6734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Animal Stroop Task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A43B7-36B9-3196-957C-759ED2C01A6B}"/>
              </a:ext>
            </a:extLst>
          </p:cNvPr>
          <p:cNvSpPr txBox="1"/>
          <p:nvPr/>
        </p:nvSpPr>
        <p:spPr>
          <a:xfrm>
            <a:off x="5505659" y="111985"/>
            <a:ext cx="679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1200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Theory of Mind (</a:t>
            </a:r>
            <a:r>
              <a:rPr lang="en-US" sz="1800" b="1" kern="1200" noProof="0" dirty="0" err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ToM</a:t>
            </a:r>
            <a:r>
              <a:rPr lang="en-US" sz="1800" b="1" kern="1200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task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3B6CCF-3531-14BE-34BB-D19ECBF86200}"/>
              </a:ext>
            </a:extLst>
          </p:cNvPr>
          <p:cNvSpPr txBox="1"/>
          <p:nvPr/>
        </p:nvSpPr>
        <p:spPr>
          <a:xfrm>
            <a:off x="276042" y="3418865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Digit </a:t>
            </a:r>
            <a:r>
              <a:rPr lang="en-US" sz="1800" b="1" kern="1200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Span</a:t>
            </a:r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Task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6FC4214-27C4-0C14-E8AE-70EE953FFABD}"/>
              </a:ext>
            </a:extLst>
          </p:cNvPr>
          <p:cNvGraphicFramePr>
            <a:graphicFrameLocks noGrp="1"/>
          </p:cNvGraphicFramePr>
          <p:nvPr/>
        </p:nvGraphicFramePr>
        <p:xfrm>
          <a:off x="864441" y="3806816"/>
          <a:ext cx="503794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970">
                  <a:extLst>
                    <a:ext uri="{9D8B030D-6E8A-4147-A177-3AD203B41FA5}">
                      <a16:colId xmlns:a16="http://schemas.microsoft.com/office/drawing/2014/main" val="3284472281"/>
                    </a:ext>
                  </a:extLst>
                </a:gridCol>
                <a:gridCol w="2518970">
                  <a:extLst>
                    <a:ext uri="{9D8B030D-6E8A-4147-A177-3AD203B41FA5}">
                      <a16:colId xmlns:a16="http://schemas.microsoft.com/office/drawing/2014/main" val="117264594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noProof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Forward Digit Span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noProof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Backward Digit Span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0791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noProof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Short-term memory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Working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memory</a:t>
                      </a:r>
                      <a:endParaRPr lang="es-ES" sz="16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802200"/>
                  </a:ext>
                </a:extLst>
              </a:tr>
            </a:tbl>
          </a:graphicData>
        </a:graphic>
      </p:graphicFrame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E82B9D6-9C57-A89C-33A4-CBA2D02049C9}"/>
              </a:ext>
            </a:extLst>
          </p:cNvPr>
          <p:cNvSpPr/>
          <p:nvPr/>
        </p:nvSpPr>
        <p:spPr>
          <a:xfrm>
            <a:off x="6395822" y="61993"/>
            <a:ext cx="5067080" cy="65110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Speech Bubble: Rectangle with Corners Rounded 26">
            <a:extLst>
              <a:ext uri="{FF2B5EF4-FFF2-40B4-BE49-F238E27FC236}">
                <a16:creationId xmlns:a16="http://schemas.microsoft.com/office/drawing/2014/main" id="{6E1EADD7-1D63-BF5A-3F85-BE707F301AA4}"/>
              </a:ext>
            </a:extLst>
          </p:cNvPr>
          <p:cNvSpPr/>
          <p:nvPr/>
        </p:nvSpPr>
        <p:spPr>
          <a:xfrm>
            <a:off x="6797783" y="773539"/>
            <a:ext cx="1822284" cy="817130"/>
          </a:xfrm>
          <a:prstGeom prst="wedgeRoundRectCallout">
            <a:avLst>
              <a:gd name="adj1" fmla="val -61773"/>
              <a:gd name="adj2" fmla="val 313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598DB-9286-96FC-7D23-E3FEA5549DCB}"/>
              </a:ext>
            </a:extLst>
          </p:cNvPr>
          <p:cNvSpPr txBox="1"/>
          <p:nvPr/>
        </p:nvSpPr>
        <p:spPr>
          <a:xfrm>
            <a:off x="6797783" y="900577"/>
            <a:ext cx="18222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does Tommy want to eat?</a:t>
            </a:r>
            <a:endParaRPr lang="en-E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Speech Bubble: Rectangle with Corners Rounded 26">
            <a:extLst>
              <a:ext uri="{FF2B5EF4-FFF2-40B4-BE49-F238E27FC236}">
                <a16:creationId xmlns:a16="http://schemas.microsoft.com/office/drawing/2014/main" id="{95E4F3D4-AE6D-B94D-BFD2-777410FFD401}"/>
              </a:ext>
            </a:extLst>
          </p:cNvPr>
          <p:cNvSpPr/>
          <p:nvPr/>
        </p:nvSpPr>
        <p:spPr>
          <a:xfrm flipV="1">
            <a:off x="6844636" y="5165205"/>
            <a:ext cx="2286117" cy="1099792"/>
          </a:xfrm>
          <a:prstGeom prst="wedgeRoundRectCallout">
            <a:avLst>
              <a:gd name="adj1" fmla="val -61773"/>
              <a:gd name="adj2" fmla="val 313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B2F99-805B-941B-B993-CF9D0DE29FA7}"/>
              </a:ext>
            </a:extLst>
          </p:cNvPr>
          <p:cNvSpPr txBox="1"/>
          <p:nvPr/>
        </p:nvSpPr>
        <p:spPr>
          <a:xfrm>
            <a:off x="6830440" y="5205845"/>
            <a:ext cx="23098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Robin’s mother know that Robin has realized he will get a bicycle?</a:t>
            </a:r>
            <a:endParaRPr lang="en-E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Speech Bubble: Rectangle with Corners Rounded 26">
            <a:extLst>
              <a:ext uri="{FF2B5EF4-FFF2-40B4-BE49-F238E27FC236}">
                <a16:creationId xmlns:a16="http://schemas.microsoft.com/office/drawing/2014/main" id="{999A7DAA-E1F7-C2EE-7C4A-3AAAE7C3AE8E}"/>
              </a:ext>
            </a:extLst>
          </p:cNvPr>
          <p:cNvSpPr/>
          <p:nvPr/>
        </p:nvSpPr>
        <p:spPr>
          <a:xfrm>
            <a:off x="6830441" y="3070774"/>
            <a:ext cx="1951684" cy="1022475"/>
          </a:xfrm>
          <a:prstGeom prst="wedgeRoundRectCallout">
            <a:avLst>
              <a:gd name="adj1" fmla="val -62246"/>
              <a:gd name="adj2" fmla="val 602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33CCAA-FBE8-D29F-33E6-B210E228299B}"/>
              </a:ext>
            </a:extLst>
          </p:cNvPr>
          <p:cNvSpPr txBox="1"/>
          <p:nvPr/>
        </p:nvSpPr>
        <p:spPr>
          <a:xfrm>
            <a:off x="6830440" y="3187981"/>
            <a:ext cx="195168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does Helen think is inside the can of potato chips?</a:t>
            </a:r>
            <a:endParaRPr lang="en-ES" sz="15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D29FE16-50E7-AA8C-E4AD-D2E7C73E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809" y="458974"/>
            <a:ext cx="2538768" cy="591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1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37403318-1B53-92CD-79A0-E22DAF5B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86762"/>
            <a:ext cx="7772400" cy="408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A9B12C6-8C78-23F9-31FD-B44723854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86762"/>
            <a:ext cx="7772400" cy="4084475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8DCF86DE-7682-8634-DE24-C2DE5E1A164A}"/>
              </a:ext>
            </a:extLst>
          </p:cNvPr>
          <p:cNvSpPr/>
          <p:nvPr/>
        </p:nvSpPr>
        <p:spPr>
          <a:xfrm>
            <a:off x="4833539" y="2337095"/>
            <a:ext cx="193597" cy="1929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40" name="Graphic 39" descr="Badge Cross with solid fill">
            <a:extLst>
              <a:ext uri="{FF2B5EF4-FFF2-40B4-BE49-F238E27FC236}">
                <a16:creationId xmlns:a16="http://schemas.microsoft.com/office/drawing/2014/main" id="{0B0A0C5E-EF26-31C4-6181-09BC40D14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6338" y="2289551"/>
            <a:ext cx="288000" cy="288000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2DD8DEBB-64FC-9C15-DFA1-4F1AFFEEFB1E}"/>
              </a:ext>
            </a:extLst>
          </p:cNvPr>
          <p:cNvSpPr/>
          <p:nvPr/>
        </p:nvSpPr>
        <p:spPr>
          <a:xfrm>
            <a:off x="4833795" y="2975125"/>
            <a:ext cx="193597" cy="1929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41" name="Graphic 40" descr="Badge Tick1 with solid fill">
            <a:extLst>
              <a:ext uri="{FF2B5EF4-FFF2-40B4-BE49-F238E27FC236}">
                <a16:creationId xmlns:a16="http://schemas.microsoft.com/office/drawing/2014/main" id="{A54095BD-1796-7F79-9F6F-B41B95D5CD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980" y="2927581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33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82FD04-004F-4234-A978-64CB5C8D9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84300"/>
            <a:ext cx="77724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14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128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Ponciano</dc:creator>
  <cp:lastModifiedBy>IVAR ALLAN RODRIGUEZ HANNIKAINEN</cp:lastModifiedBy>
  <cp:revision>3</cp:revision>
  <dcterms:created xsi:type="dcterms:W3CDTF">2025-07-26T09:23:08Z</dcterms:created>
  <dcterms:modified xsi:type="dcterms:W3CDTF">2025-09-18T07:11:47Z</dcterms:modified>
</cp:coreProperties>
</file>