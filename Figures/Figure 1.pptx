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7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3D6B2C-3BD1-49BD-B1E5-2AE0DF03B412}" v="1" dt="2025-07-26T17:16:30.5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3" d="100"/>
          <a:sy n="43" d="100"/>
        </p:scale>
        <p:origin x="1552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ta Ponciano" userId="f195ed962d9ebf63" providerId="LiveId" clId="{0C3D6B2C-3BD1-49BD-B1E5-2AE0DF03B412}"/>
    <pc:docChg chg="undo redo custSel addSld modSld">
      <pc:chgData name="Marta Ponciano" userId="f195ed962d9ebf63" providerId="LiveId" clId="{0C3D6B2C-3BD1-49BD-B1E5-2AE0DF03B412}" dt="2025-07-26T17:20:53.532" v="308" actId="14100"/>
      <pc:docMkLst>
        <pc:docMk/>
      </pc:docMkLst>
      <pc:sldChg chg="addSp delSp modSp new mod">
        <pc:chgData name="Marta Ponciano" userId="f195ed962d9ebf63" providerId="LiveId" clId="{0C3D6B2C-3BD1-49BD-B1E5-2AE0DF03B412}" dt="2025-07-26T17:20:53.532" v="308" actId="14100"/>
        <pc:sldMkLst>
          <pc:docMk/>
          <pc:sldMk cId="3799763275" sldId="256"/>
        </pc:sldMkLst>
        <pc:spChg chg="add del mod">
          <ac:chgData name="Marta Ponciano" userId="f195ed962d9ebf63" providerId="LiveId" clId="{0C3D6B2C-3BD1-49BD-B1E5-2AE0DF03B412}" dt="2025-07-26T17:14:51.613" v="275" actId="478"/>
          <ac:spMkLst>
            <pc:docMk/>
            <pc:sldMk cId="3799763275" sldId="256"/>
            <ac:spMk id="10" creationId="{ECBE63DF-8B9B-4421-889B-850129C8DB89}"/>
          </ac:spMkLst>
        </pc:spChg>
        <pc:spChg chg="add del mod">
          <ac:chgData name="Marta Ponciano" userId="f195ed962d9ebf63" providerId="LiveId" clId="{0C3D6B2C-3BD1-49BD-B1E5-2AE0DF03B412}" dt="2025-07-26T17:14:46.614" v="271" actId="478"/>
          <ac:spMkLst>
            <pc:docMk/>
            <pc:sldMk cId="3799763275" sldId="256"/>
            <ac:spMk id="11" creationId="{AE3AB6A0-28CA-49A0-474C-C71A856A14D6}"/>
          </ac:spMkLst>
        </pc:spChg>
        <pc:spChg chg="add del mod">
          <ac:chgData name="Marta Ponciano" userId="f195ed962d9ebf63" providerId="LiveId" clId="{0C3D6B2C-3BD1-49BD-B1E5-2AE0DF03B412}" dt="2025-07-26T17:14:48.871" v="273" actId="478"/>
          <ac:spMkLst>
            <pc:docMk/>
            <pc:sldMk cId="3799763275" sldId="256"/>
            <ac:spMk id="12" creationId="{084AF0D1-43D1-8123-4BA2-724F1688DBE7}"/>
          </ac:spMkLst>
        </pc:spChg>
        <pc:spChg chg="add del mod">
          <ac:chgData name="Marta Ponciano" userId="f195ed962d9ebf63" providerId="LiveId" clId="{0C3D6B2C-3BD1-49BD-B1E5-2AE0DF03B412}" dt="2025-07-26T17:14:54.371" v="276" actId="478"/>
          <ac:spMkLst>
            <pc:docMk/>
            <pc:sldMk cId="3799763275" sldId="256"/>
            <ac:spMk id="13" creationId="{0FC4F49A-570C-2E46-01E8-A8CC6334A05C}"/>
          </ac:spMkLst>
        </pc:spChg>
        <pc:spChg chg="add mod ord">
          <ac:chgData name="Marta Ponciano" userId="f195ed962d9ebf63" providerId="LiveId" clId="{0C3D6B2C-3BD1-49BD-B1E5-2AE0DF03B412}" dt="2025-06-26T16:20:51.709" v="115" actId="207"/>
          <ac:spMkLst>
            <pc:docMk/>
            <pc:sldMk cId="3799763275" sldId="256"/>
            <ac:spMk id="14" creationId="{DEE2E22E-D3D8-E6EC-7118-E55C09E51AA7}"/>
          </ac:spMkLst>
        </pc:spChg>
        <pc:spChg chg="add del mod ord">
          <ac:chgData name="Marta Ponciano" userId="f195ed962d9ebf63" providerId="LiveId" clId="{0C3D6B2C-3BD1-49BD-B1E5-2AE0DF03B412}" dt="2025-07-26T17:19:46.750" v="299" actId="478"/>
          <ac:spMkLst>
            <pc:docMk/>
            <pc:sldMk cId="3799763275" sldId="256"/>
            <ac:spMk id="17" creationId="{1049C80C-6213-FCB3-B1CD-E686F873C504}"/>
          </ac:spMkLst>
        </pc:spChg>
        <pc:spChg chg="add mod">
          <ac:chgData name="Marta Ponciano" userId="f195ed962d9ebf63" providerId="LiveId" clId="{0C3D6B2C-3BD1-49BD-B1E5-2AE0DF03B412}" dt="2025-07-26T17:20:50.393" v="307" actId="1076"/>
          <ac:spMkLst>
            <pc:docMk/>
            <pc:sldMk cId="3799763275" sldId="256"/>
            <ac:spMk id="20" creationId="{32575BE2-D1EC-A420-CBC1-79C92F2D126F}"/>
          </ac:spMkLst>
        </pc:spChg>
        <pc:picChg chg="add mod">
          <ac:chgData name="Marta Ponciano" userId="f195ed962d9ebf63" providerId="LiveId" clId="{0C3D6B2C-3BD1-49BD-B1E5-2AE0DF03B412}" dt="2025-07-26T17:20:53.532" v="308" actId="14100"/>
          <ac:picMkLst>
            <pc:docMk/>
            <pc:sldMk cId="3799763275" sldId="256"/>
            <ac:picMk id="3" creationId="{AF8FD64B-1847-4926-F259-3C2B9BE7A0A2}"/>
          </ac:picMkLst>
        </pc:picChg>
        <pc:picChg chg="add del mod">
          <ac:chgData name="Marta Ponciano" userId="f195ed962d9ebf63" providerId="LiveId" clId="{0C3D6B2C-3BD1-49BD-B1E5-2AE0DF03B412}" dt="2025-07-26T17:16:09.783" v="278" actId="478"/>
          <ac:picMkLst>
            <pc:docMk/>
            <pc:sldMk cId="3799763275" sldId="256"/>
            <ac:picMk id="5" creationId="{A5A46345-9D70-2992-148D-5A160B92BF62}"/>
          </ac:picMkLst>
        </pc:picChg>
        <pc:picChg chg="add mod">
          <ac:chgData name="Marta Ponciano" userId="f195ed962d9ebf63" providerId="LiveId" clId="{0C3D6B2C-3BD1-49BD-B1E5-2AE0DF03B412}" dt="2025-07-26T17:20:12.105" v="300" actId="1076"/>
          <ac:picMkLst>
            <pc:docMk/>
            <pc:sldMk cId="3799763275" sldId="256"/>
            <ac:picMk id="7" creationId="{327AEA40-BD82-D90E-3864-C2A321B04F31}"/>
          </ac:picMkLst>
        </pc:picChg>
        <pc:picChg chg="add mod">
          <ac:chgData name="Marta Ponciano" userId="f195ed962d9ebf63" providerId="LiveId" clId="{0C3D6B2C-3BD1-49BD-B1E5-2AE0DF03B412}" dt="2025-07-26T17:14:37.102" v="268" actId="14100"/>
          <ac:picMkLst>
            <pc:docMk/>
            <pc:sldMk cId="3799763275" sldId="256"/>
            <ac:picMk id="9" creationId="{604D6640-3924-E578-002B-0C1B20D9C5A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657DE-93D3-254C-9E41-102412D168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176E9-C6D5-FAD4-58C1-99DA54FC2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CA3A3B-B42B-48EA-542D-0D86A2EDC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FFD8D-1C2D-1269-0B91-E0403DDE0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36BEB-F51A-BF93-88CD-0D578EB2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86919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AE37-D924-D2A4-5A6F-97251E1F8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DCA8B-D21F-07B2-EA00-BC595E78C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3EFCF-8CB0-CD4A-668A-2DDC4B44D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C386D5-BB79-C6E9-8767-B317128E7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0FE41-6F88-AA42-67D1-0C1AA8562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7223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9845-2FDF-E7E7-A2EE-6BE67F91C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1A7070-747C-A2D6-1869-64563E68A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EFC6EC-86D5-2266-C795-4A736F598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87FFD-A3C7-1A95-806B-64A8B3AC4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30A0A-466B-19F7-B66B-9F59D9A45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2259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00DF2-A77C-59DF-2DB5-16561FC3C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52434-7ED1-3075-F08A-390CC6D904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B2FF8-098D-F3A5-4899-E3B4B11FE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D505D5-68A1-573F-77CC-F1BACA065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E323B5-B018-1845-85DB-F815B51D9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B65AC-1CD2-8971-A195-4F055E7E4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5904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A5217-7AF1-B127-A605-DC9177FF9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16F87-A636-177B-09E0-A6E95A8E2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B779F-F12E-AF3F-89D2-589C1BB5AB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A2D787-635D-718D-B408-F769AC8986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1C211-8CB4-FC1E-E15C-C48DA6D80A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2783F1-6F08-AC4D-8671-163A4DD0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7E0E1C-0F9D-22B6-B63D-36DD4AD99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6DAE5D-924C-0A4D-508A-9D2EF36AA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866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2D61-81FB-E666-9A3D-4C08F6414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1954D-10C3-FDDC-6749-492CA5EB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7226D-C6F9-6F25-14BA-5A10FF897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0F8581-F926-9FC8-61BB-6686C2ECF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5678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CC899F-3E1F-38A4-EDAB-EC6219EE7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C9C7E1-672A-3540-B3BA-0460B2AC4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27C6C-B532-D7F0-C3D9-433247763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820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DC2D6-24F0-2C51-B590-FE164550E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DE26A-AEE9-FB8A-726E-FDD73AD37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72AE06-EF4A-F742-D818-8338DB2E01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8CBAA-6560-0180-FBE8-29B9207D1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BAB349-02DE-BD83-5D23-F781602C7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1D5920-4D58-AC77-BA2A-73D07046E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9493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9ECAC-40EF-E26B-7154-44248E3F8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E64D7B-DB39-AFE8-6B98-837459038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0D7C78-BDCE-0355-313D-67324672F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2BBE70-2676-53A4-CB82-5AAE6153E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9563C-D774-1FB8-C8C6-83B25D4E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9ED873-F0EA-53E6-E95F-A3B14074D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0509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57432-7AD0-1569-B0F0-4619D97D7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8B5574-5EBC-8FD6-5ECC-EA9069FC5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4ED16-2C78-4F2A-2F22-68C58FDD7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C21EA-6533-CAF1-4961-ECA03AA1B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32FA5-E5AE-1EF6-2AEE-4D08D6C65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56537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AD152B-7D1B-DE20-8370-5A95D36BCD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47ECD9-B3D0-D0A7-773B-94D4126E1E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5891A-1255-EDA2-C3CA-D7E86831A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15FD1-3AAF-F662-B6B4-05024AC82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6B1A6-C3CD-3AF0-AA8C-F6DD25BCE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1590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8FBE36-E1A6-E7B5-D2F2-91A3067BB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9B04-6A3E-B641-42F8-385E74E764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D53AB-AFCC-5140-C47A-FF51DD8143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E04AF2-9FD4-4D07-8415-B4FEC9064C4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0D636-37E8-A4E4-8300-CCCDCBABE5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07B31D-5296-95F8-5613-074D88B918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7455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EE2E22E-D3D8-E6EC-7118-E55C09E51AA7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F7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7" name="Picture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27AEA40-BD82-D90E-3864-C2A321B04F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786" y="5016390"/>
            <a:ext cx="2354227" cy="1708709"/>
          </a:xfrm>
          <a:prstGeom prst="rect">
            <a:avLst/>
          </a:prstGeom>
        </p:spPr>
      </p:pic>
      <p:pic>
        <p:nvPicPr>
          <p:cNvPr id="9" name="Picture 8" descr="A screenshot of a cartoon&#10;&#10;AI-generated content may be incorrect.">
            <a:extLst>
              <a:ext uri="{FF2B5EF4-FFF2-40B4-BE49-F238E27FC236}">
                <a16:creationId xmlns:a16="http://schemas.microsoft.com/office/drawing/2014/main" id="{604D6640-3924-E578-002B-0C1B20D9C5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4155" y="172311"/>
            <a:ext cx="8795022" cy="65998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2575BE2-D1EC-A420-CBC1-79C92F2D126F}"/>
              </a:ext>
            </a:extLst>
          </p:cNvPr>
          <p:cNvSpPr txBox="1"/>
          <p:nvPr/>
        </p:nvSpPr>
        <p:spPr>
          <a:xfrm>
            <a:off x="-376719" y="3857248"/>
            <a:ext cx="39566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“No Music </a:t>
            </a:r>
            <a:r>
              <a:rPr lang="es-ES" sz="2400" b="1" dirty="0" err="1"/>
              <a:t>Past</a:t>
            </a:r>
            <a:r>
              <a:rPr lang="es-ES" sz="2400" b="1" dirty="0"/>
              <a:t> 10 PM”</a:t>
            </a:r>
          </a:p>
          <a:p>
            <a:pPr algn="ctr"/>
            <a:r>
              <a:rPr lang="es-ES" sz="2400" b="1" dirty="0"/>
              <a:t> </a:t>
            </a:r>
            <a:r>
              <a:rPr lang="es-ES" sz="2400" b="1" dirty="0" err="1"/>
              <a:t>to</a:t>
            </a:r>
            <a:r>
              <a:rPr lang="es-ES" sz="2400" b="1" dirty="0"/>
              <a:t> </a:t>
            </a:r>
            <a:r>
              <a:rPr lang="es-ES" sz="2400" b="1" dirty="0" err="1"/>
              <a:t>allow</a:t>
            </a:r>
            <a:r>
              <a:rPr lang="es-ES" sz="2400" b="1" dirty="0"/>
              <a:t> </a:t>
            </a:r>
            <a:r>
              <a:rPr lang="es-ES" sz="2400" b="1" dirty="0" err="1"/>
              <a:t>rest</a:t>
            </a:r>
            <a:endParaRPr lang="es-ES" sz="2400" b="1" dirty="0"/>
          </a:p>
        </p:txBody>
      </p:sp>
      <p:pic>
        <p:nvPicPr>
          <p:cNvPr id="3" name="Picture 2" descr="A no music sign with a red circle&#10;&#10;AI-generated content may be incorrect.">
            <a:extLst>
              <a:ext uri="{FF2B5EF4-FFF2-40B4-BE49-F238E27FC236}">
                <a16:creationId xmlns:a16="http://schemas.microsoft.com/office/drawing/2014/main" id="{AF8FD64B-1847-4926-F259-3C2B9BE7A0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55" y="1220300"/>
            <a:ext cx="2705100" cy="250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763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11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Marta Ponciano</dc:creator>
  <cp:lastModifiedBy>Marta Ponciano</cp:lastModifiedBy>
  <cp:revision>1</cp:revision>
  <dcterms:created xsi:type="dcterms:W3CDTF">2025-06-26T16:01:54Z</dcterms:created>
  <dcterms:modified xsi:type="dcterms:W3CDTF">2025-07-26T17:20:59Z</dcterms:modified>
</cp:coreProperties>
</file>