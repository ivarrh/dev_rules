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A85"/>
    <a:srgbClr val="918CC2"/>
    <a:srgbClr val="D3E1DD"/>
    <a:srgbClr val="535C74"/>
    <a:srgbClr val="B4E5D8"/>
    <a:srgbClr val="E2C6EA"/>
    <a:srgbClr val="FFF8F3"/>
    <a:srgbClr val="FF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D6B2C-3BD1-49BD-B1E5-2AE0DF03B412}" v="1" dt="2025-07-26T17:16:30.5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 varScale="1">
        <p:scale>
          <a:sx n="117" d="100"/>
          <a:sy n="117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Ponciano" userId="f195ed962d9ebf63" providerId="LiveId" clId="{0C3D6B2C-3BD1-49BD-B1E5-2AE0DF03B412}"/>
    <pc:docChg chg="undo redo custSel addSld modSld">
      <pc:chgData name="Marta Ponciano" userId="f195ed962d9ebf63" providerId="LiveId" clId="{0C3D6B2C-3BD1-49BD-B1E5-2AE0DF03B412}" dt="2025-07-26T17:20:53.532" v="308" actId="14100"/>
      <pc:docMkLst>
        <pc:docMk/>
      </pc:docMkLst>
      <pc:sldChg chg="addSp delSp modSp new mod">
        <pc:chgData name="Marta Ponciano" userId="f195ed962d9ebf63" providerId="LiveId" clId="{0C3D6B2C-3BD1-49BD-B1E5-2AE0DF03B412}" dt="2025-07-26T17:20:53.532" v="308" actId="14100"/>
        <pc:sldMkLst>
          <pc:docMk/>
          <pc:sldMk cId="3799763275" sldId="256"/>
        </pc:sldMkLst>
        <pc:spChg chg="add del mod">
          <ac:chgData name="Marta Ponciano" userId="f195ed962d9ebf63" providerId="LiveId" clId="{0C3D6B2C-3BD1-49BD-B1E5-2AE0DF03B412}" dt="2025-07-26T17:14:51.613" v="275" actId="478"/>
          <ac:spMkLst>
            <pc:docMk/>
            <pc:sldMk cId="3799763275" sldId="256"/>
            <ac:spMk id="10" creationId="{ECBE63DF-8B9B-4421-889B-850129C8DB89}"/>
          </ac:spMkLst>
        </pc:spChg>
        <pc:spChg chg="add del mod">
          <ac:chgData name="Marta Ponciano" userId="f195ed962d9ebf63" providerId="LiveId" clId="{0C3D6B2C-3BD1-49BD-B1E5-2AE0DF03B412}" dt="2025-07-26T17:14:46.614" v="271" actId="478"/>
          <ac:spMkLst>
            <pc:docMk/>
            <pc:sldMk cId="3799763275" sldId="256"/>
            <ac:spMk id="11" creationId="{AE3AB6A0-28CA-49A0-474C-C71A856A14D6}"/>
          </ac:spMkLst>
        </pc:spChg>
        <pc:spChg chg="add del mod">
          <ac:chgData name="Marta Ponciano" userId="f195ed962d9ebf63" providerId="LiveId" clId="{0C3D6B2C-3BD1-49BD-B1E5-2AE0DF03B412}" dt="2025-07-26T17:14:48.871" v="273" actId="478"/>
          <ac:spMkLst>
            <pc:docMk/>
            <pc:sldMk cId="3799763275" sldId="256"/>
            <ac:spMk id="12" creationId="{084AF0D1-43D1-8123-4BA2-724F1688DBE7}"/>
          </ac:spMkLst>
        </pc:spChg>
        <pc:spChg chg="add del mod">
          <ac:chgData name="Marta Ponciano" userId="f195ed962d9ebf63" providerId="LiveId" clId="{0C3D6B2C-3BD1-49BD-B1E5-2AE0DF03B412}" dt="2025-07-26T17:14:54.371" v="276" actId="478"/>
          <ac:spMkLst>
            <pc:docMk/>
            <pc:sldMk cId="3799763275" sldId="256"/>
            <ac:spMk id="13" creationId="{0FC4F49A-570C-2E46-01E8-A8CC6334A05C}"/>
          </ac:spMkLst>
        </pc:spChg>
        <pc:spChg chg="add mod ord">
          <ac:chgData name="Marta Ponciano" userId="f195ed962d9ebf63" providerId="LiveId" clId="{0C3D6B2C-3BD1-49BD-B1E5-2AE0DF03B412}" dt="2025-06-26T16:20:51.709" v="115" actId="207"/>
          <ac:spMkLst>
            <pc:docMk/>
            <pc:sldMk cId="3799763275" sldId="256"/>
            <ac:spMk id="14" creationId="{DEE2E22E-D3D8-E6EC-7118-E55C09E51AA7}"/>
          </ac:spMkLst>
        </pc:spChg>
        <pc:spChg chg="add del mod ord">
          <ac:chgData name="Marta Ponciano" userId="f195ed962d9ebf63" providerId="LiveId" clId="{0C3D6B2C-3BD1-49BD-B1E5-2AE0DF03B412}" dt="2025-07-26T17:19:46.750" v="299" actId="478"/>
          <ac:spMkLst>
            <pc:docMk/>
            <pc:sldMk cId="3799763275" sldId="256"/>
            <ac:spMk id="17" creationId="{1049C80C-6213-FCB3-B1CD-E686F873C504}"/>
          </ac:spMkLst>
        </pc:spChg>
        <pc:spChg chg="add mod">
          <ac:chgData name="Marta Ponciano" userId="f195ed962d9ebf63" providerId="LiveId" clId="{0C3D6B2C-3BD1-49BD-B1E5-2AE0DF03B412}" dt="2025-07-26T17:20:50.393" v="307" actId="1076"/>
          <ac:spMkLst>
            <pc:docMk/>
            <pc:sldMk cId="3799763275" sldId="256"/>
            <ac:spMk id="20" creationId="{32575BE2-D1EC-A420-CBC1-79C92F2D126F}"/>
          </ac:spMkLst>
        </pc:spChg>
        <pc:picChg chg="add mod">
          <ac:chgData name="Marta Ponciano" userId="f195ed962d9ebf63" providerId="LiveId" clId="{0C3D6B2C-3BD1-49BD-B1E5-2AE0DF03B412}" dt="2025-07-26T17:20:53.532" v="308" actId="14100"/>
          <ac:picMkLst>
            <pc:docMk/>
            <pc:sldMk cId="3799763275" sldId="256"/>
            <ac:picMk id="3" creationId="{AF8FD64B-1847-4926-F259-3C2B9BE7A0A2}"/>
          </ac:picMkLst>
        </pc:picChg>
        <pc:picChg chg="add del mod">
          <ac:chgData name="Marta Ponciano" userId="f195ed962d9ebf63" providerId="LiveId" clId="{0C3D6B2C-3BD1-49BD-B1E5-2AE0DF03B412}" dt="2025-07-26T17:16:09.783" v="278" actId="478"/>
          <ac:picMkLst>
            <pc:docMk/>
            <pc:sldMk cId="3799763275" sldId="256"/>
            <ac:picMk id="5" creationId="{A5A46345-9D70-2992-148D-5A160B92BF62}"/>
          </ac:picMkLst>
        </pc:picChg>
        <pc:picChg chg="add mod">
          <ac:chgData name="Marta Ponciano" userId="f195ed962d9ebf63" providerId="LiveId" clId="{0C3D6B2C-3BD1-49BD-B1E5-2AE0DF03B412}" dt="2025-07-26T17:20:12.105" v="300" actId="1076"/>
          <ac:picMkLst>
            <pc:docMk/>
            <pc:sldMk cId="3799763275" sldId="256"/>
            <ac:picMk id="7" creationId="{327AEA40-BD82-D90E-3864-C2A321B04F31}"/>
          </ac:picMkLst>
        </pc:picChg>
        <pc:picChg chg="add mod">
          <ac:chgData name="Marta Ponciano" userId="f195ed962d9ebf63" providerId="LiveId" clId="{0C3D6B2C-3BD1-49BD-B1E5-2AE0DF03B412}" dt="2025-07-26T17:14:37.102" v="268" actId="14100"/>
          <ac:picMkLst>
            <pc:docMk/>
            <pc:sldMk cId="3799763275" sldId="256"/>
            <ac:picMk id="9" creationId="{604D6640-3924-E578-002B-0C1B20D9C5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57DE-93D3-254C-9E41-102412D16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176E9-C6D5-FAD4-58C1-99DA54FC2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A3A3B-B42B-48EA-542D-0D86A2ED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FFD8D-1C2D-1269-0B91-E0403DDE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36BEB-F51A-BF93-88CD-0D578EB2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691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EAE37-D924-D2A4-5A6F-97251E1F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DCA8B-D21F-07B2-EA00-BC595E78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3EFCF-8CB0-CD4A-668A-2DDC4B44D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386D5-BB79-C6E9-8767-B317128E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0FE41-6F88-AA42-67D1-0C1AA856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7223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9845-2FDF-E7E7-A2EE-6BE67F91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A7070-747C-A2D6-1869-64563E68A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FC6EC-86D5-2266-C795-4A736F59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87FFD-A3C7-1A95-806B-64A8B3AC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0A0A-466B-19F7-B66B-9F59D9A4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25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0DF2-A77C-59DF-2DB5-16561FC3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52434-7ED1-3075-F08A-390CC6D90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B2FF8-098D-F3A5-4899-E3B4B11FE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505D5-68A1-573F-77CC-F1BACA06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323B5-B018-1845-85DB-F815B51D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B65AC-1CD2-8971-A195-4F055E7E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90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5217-7AF1-B127-A605-DC9177FF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16F87-A636-177B-09E0-A6E95A8E2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B779F-F12E-AF3F-89D2-589C1BB5A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A2D787-635D-718D-B408-F769AC898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1C211-8CB4-FC1E-E15C-C48DA6D80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2783F1-6F08-AC4D-8671-163A4DD0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E0E1C-0F9D-22B6-B63D-36DD4AD9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DAE5D-924C-0A4D-508A-9D2EF36A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66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2D61-81FB-E666-9A3D-4C08F641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1954D-10C3-FDDC-6749-492CA5EB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7226D-C6F9-6F25-14BA-5A10FF89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F8581-F926-9FC8-61BB-6686C2EC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67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C899F-3E1F-38A4-EDAB-EC6219EE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9C7E1-672A-3540-B3BA-0460B2AC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27C6C-B532-D7F0-C3D9-43324776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82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C2D6-24F0-2C51-B590-FE164550E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E26A-AEE9-FB8A-726E-FDD73AD37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2AE06-EF4A-F742-D818-8338DB2E0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8CBAA-6560-0180-FBE8-29B9207D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AB349-02DE-BD83-5D23-F781602C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D5920-4D58-AC77-BA2A-73D07046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949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ECAC-40EF-E26B-7154-44248E3F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64D7B-DB39-AFE8-6B98-837459038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D7C78-BDCE-0355-313D-67324672F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BBE70-2676-53A4-CB82-5AAE6153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9563C-D774-1FB8-C8C6-83B25D4E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ED873-F0EA-53E6-E95F-A3B14074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05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7432-7AD0-1569-B0F0-4619D97D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B5574-5EBC-8FD6-5ECC-EA9069FC5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4ED16-2C78-4F2A-2F22-68C58FDD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C21EA-6533-CAF1-4961-ECA03AA1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32FA5-E5AE-1EF6-2AEE-4D08D6C6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653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D152B-7D1B-DE20-8370-5A95D36BC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7ECD9-B3D0-D0A7-773B-94D4126E1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5891A-1255-EDA2-C3CA-D7E86831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5FD1-3AAF-F662-B6B4-05024AC8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6B1A6-C3CD-3AF0-AA8C-F6DD25BC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159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FBE36-E1A6-E7B5-D2F2-91A3067B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9B04-6A3E-B641-42F8-385E74E76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D53AB-AFCC-5140-C47A-FF51DD814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04AF2-9FD4-4D07-8415-B4FEC9064C4B}" type="datetimeFigureOut">
              <a:rPr lang="es-ES" smtClean="0"/>
              <a:t>15/9/25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0D636-37E8-A4E4-8300-CCCDCBABE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7B31D-5296-95F8-5613-074D88B91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60E3B-0616-4F98-BCC9-8BC803B90DF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745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95F795-B7E4-D564-0DC3-32DB0AF886C6}"/>
              </a:ext>
            </a:extLst>
          </p:cNvPr>
          <p:cNvSpPr/>
          <p:nvPr/>
        </p:nvSpPr>
        <p:spPr>
          <a:xfrm>
            <a:off x="8117594" y="1970071"/>
            <a:ext cx="3413737" cy="2880000"/>
          </a:xfrm>
          <a:prstGeom prst="rect">
            <a:avLst/>
          </a:prstGeom>
          <a:solidFill>
            <a:srgbClr val="B4E5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F83E07-9D01-83BA-414B-B7FD09BE7096}"/>
              </a:ext>
            </a:extLst>
          </p:cNvPr>
          <p:cNvSpPr/>
          <p:nvPr/>
        </p:nvSpPr>
        <p:spPr>
          <a:xfrm>
            <a:off x="4115441" y="1989000"/>
            <a:ext cx="3413736" cy="2880000"/>
          </a:xfrm>
          <a:prstGeom prst="rect">
            <a:avLst/>
          </a:prstGeom>
          <a:solidFill>
            <a:srgbClr val="E2C6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6E91B6-DCFE-8A39-8530-2A67359A8BD5}"/>
              </a:ext>
            </a:extLst>
          </p:cNvPr>
          <p:cNvSpPr/>
          <p:nvPr/>
        </p:nvSpPr>
        <p:spPr>
          <a:xfrm>
            <a:off x="558561" y="1214932"/>
            <a:ext cx="2968463" cy="3635139"/>
          </a:xfrm>
          <a:prstGeom prst="roundRect">
            <a:avLst/>
          </a:prstGeom>
          <a:solidFill>
            <a:srgbClr val="FFF8F3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93E8F-EECD-B1A1-1F2C-576EC22C5123}"/>
              </a:ext>
            </a:extLst>
          </p:cNvPr>
          <p:cNvSpPr txBox="1"/>
          <p:nvPr/>
        </p:nvSpPr>
        <p:spPr>
          <a:xfrm>
            <a:off x="550084" y="3593513"/>
            <a:ext cx="29684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MUSIC </a:t>
            </a:r>
          </a:p>
          <a:p>
            <a:pPr algn="ctr"/>
            <a:r>
              <a:rPr lang="es-ES" sz="3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PAST 10PM</a:t>
            </a:r>
          </a:p>
        </p:txBody>
      </p:sp>
      <p:pic>
        <p:nvPicPr>
          <p:cNvPr id="8" name="Picture 7" descr="A no music sign with a red circle&#10;&#10;AI-generated content may be incorrect.">
            <a:extLst>
              <a:ext uri="{FF2B5EF4-FFF2-40B4-BE49-F238E27FC236}">
                <a16:creationId xmlns:a16="http://schemas.microsoft.com/office/drawing/2014/main" id="{B65A2EC1-1DF4-939A-9F55-B1C8B71A1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8" r="10052" b="28897"/>
          <a:stretch>
            <a:fillRect/>
          </a:stretch>
        </p:blipFill>
        <p:spPr>
          <a:xfrm>
            <a:off x="870677" y="1399589"/>
            <a:ext cx="2362457" cy="2029411"/>
          </a:xfrm>
          <a:prstGeom prst="rect">
            <a:avLst/>
          </a:prstGeom>
        </p:spPr>
      </p:pic>
      <p:pic>
        <p:nvPicPr>
          <p:cNvPr id="9" name="Picture 8" descr="A screenshot of a cartoon&#10;&#10;AI-generated content may be incorrect.">
            <a:extLst>
              <a:ext uri="{FF2B5EF4-FFF2-40B4-BE49-F238E27FC236}">
                <a16:creationId xmlns:a16="http://schemas.microsoft.com/office/drawing/2014/main" id="{AFE5E1D9-483C-E6BF-EBDD-8374690995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8" t="23407" r="50457" b="31764"/>
          <a:stretch>
            <a:fillRect/>
          </a:stretch>
        </p:blipFill>
        <p:spPr>
          <a:xfrm>
            <a:off x="4585402" y="2485434"/>
            <a:ext cx="2554814" cy="1824488"/>
          </a:xfrm>
          <a:prstGeom prst="rect">
            <a:avLst/>
          </a:prstGeom>
        </p:spPr>
      </p:pic>
      <p:pic>
        <p:nvPicPr>
          <p:cNvPr id="10" name="Picture 9" descr="A screenshot of a cartoon&#10;&#10;AI-generated content may be incorrect.">
            <a:extLst>
              <a:ext uri="{FF2B5EF4-FFF2-40B4-BE49-F238E27FC236}">
                <a16:creationId xmlns:a16="http://schemas.microsoft.com/office/drawing/2014/main" id="{D236995D-2F08-28B5-9884-3B1ABF9F3E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44" t="23721" r="3037" b="31450"/>
          <a:stretch>
            <a:fillRect/>
          </a:stretch>
        </p:blipFill>
        <p:spPr>
          <a:xfrm>
            <a:off x="8421438" y="2524205"/>
            <a:ext cx="2797092" cy="176154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ADA6A4-1951-1CFB-D0BA-6AE620166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311366"/>
              </p:ext>
            </p:extLst>
          </p:nvPr>
        </p:nvGraphicFramePr>
        <p:xfrm>
          <a:off x="558561" y="5041700"/>
          <a:ext cx="10972771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479">
                  <a:extLst>
                    <a:ext uri="{9D8B030D-6E8A-4147-A177-3AD203B41FA5}">
                      <a16:colId xmlns:a16="http://schemas.microsoft.com/office/drawing/2014/main" val="872104742"/>
                    </a:ext>
                  </a:extLst>
                </a:gridCol>
                <a:gridCol w="3398520">
                  <a:extLst>
                    <a:ext uri="{9D8B030D-6E8A-4147-A177-3AD203B41FA5}">
                      <a16:colId xmlns:a16="http://schemas.microsoft.com/office/drawing/2014/main" val="2075644919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366511837"/>
                    </a:ext>
                  </a:extLst>
                </a:gridCol>
                <a:gridCol w="3408412">
                  <a:extLst>
                    <a:ext uri="{9D8B030D-6E8A-4147-A177-3AD203B41FA5}">
                      <a16:colId xmlns:a16="http://schemas.microsoft.com/office/drawing/2014/main" val="175025023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ES" sz="22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Textualist verdict: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000" b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FORBIDDEN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ES" sz="2000" b="1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000" b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ALLOWED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971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ES" sz="22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 Purposivist verdict: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000" b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ALLOWED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ES" sz="2000" b="1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000" b="1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FORBIDDEN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59597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29088F-5C7C-186B-7BAA-3E5EF6685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199702"/>
              </p:ext>
            </p:extLst>
          </p:nvPr>
        </p:nvGraphicFramePr>
        <p:xfrm>
          <a:off x="3821551" y="1214932"/>
          <a:ext cx="7978434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9217">
                  <a:extLst>
                    <a:ext uri="{9D8B030D-6E8A-4147-A177-3AD203B41FA5}">
                      <a16:colId xmlns:a16="http://schemas.microsoft.com/office/drawing/2014/main" val="2503121591"/>
                    </a:ext>
                  </a:extLst>
                </a:gridCol>
                <a:gridCol w="3989217">
                  <a:extLst>
                    <a:ext uri="{9D8B030D-6E8A-4147-A177-3AD203B41FA5}">
                      <a16:colId xmlns:a16="http://schemas.microsoft.com/office/drawing/2014/main" val="262037833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GB" sz="22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</a:t>
                      </a:r>
                      <a:r>
                        <a:rPr lang="en-ES" sz="22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inging a lullaby </a:t>
                      </a:r>
                    </a:p>
                    <a:p>
                      <a:pPr algn="ctr"/>
                      <a:r>
                        <a:rPr lang="en-ES" sz="22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 one’s crying baby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sz="22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Putting on a </a:t>
                      </a:r>
                    </a:p>
                    <a:p>
                      <a:pPr algn="ctr"/>
                      <a:r>
                        <a:rPr lang="en-ES" sz="2200" b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late-night light show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48518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2EB8BED-7382-406F-DB8A-742A4B85D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178761"/>
              </p:ext>
            </p:extLst>
          </p:nvPr>
        </p:nvGraphicFramePr>
        <p:xfrm>
          <a:off x="609615" y="519546"/>
          <a:ext cx="1097277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770">
                  <a:extLst>
                    <a:ext uri="{9D8B030D-6E8A-4147-A177-3AD203B41FA5}">
                      <a16:colId xmlns:a16="http://schemas.microsoft.com/office/drawing/2014/main" val="1821388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1" noProof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Are these behaviors against the rule?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9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41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10F60B9-BA43-FCF0-1F34-46240DA45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61803"/>
            <a:ext cx="7772400" cy="393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97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79DC05-E301-DCD7-C5B3-6B38B04BAD0F}"/>
              </a:ext>
            </a:extLst>
          </p:cNvPr>
          <p:cNvSpPr/>
          <p:nvPr/>
        </p:nvSpPr>
        <p:spPr>
          <a:xfrm>
            <a:off x="518175" y="2302018"/>
            <a:ext cx="3484495" cy="1901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604C7-B9B6-5AC7-92F7-A357809E2A1F}"/>
              </a:ext>
            </a:extLst>
          </p:cNvPr>
          <p:cNvSpPr/>
          <p:nvPr/>
        </p:nvSpPr>
        <p:spPr>
          <a:xfrm>
            <a:off x="4404737" y="1448350"/>
            <a:ext cx="3484495" cy="1542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3BF7E-892E-1193-4F08-2A9702936D97}"/>
              </a:ext>
            </a:extLst>
          </p:cNvPr>
          <p:cNvSpPr txBox="1"/>
          <p:nvPr/>
        </p:nvSpPr>
        <p:spPr>
          <a:xfrm>
            <a:off x="665053" y="2445379"/>
            <a:ext cx="31557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protect </a:t>
            </a:r>
            <a:r>
              <a:rPr lang="en-US" sz="1200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 who walk along the path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the park boss came up with a new rule.</a:t>
            </a:r>
            <a:r>
              <a:rPr lang="es-E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’</a:t>
            </a:r>
          </a:p>
          <a:p>
            <a:pPr algn="ctr"/>
            <a:br>
              <a:rPr lang="es-E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rule says: “No cars allowed on the path.”’</a:t>
            </a:r>
            <a:endParaRPr lang="es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5A8B8-D9EB-65FC-FEC2-F1956AA158B1}"/>
              </a:ext>
            </a:extLst>
          </p:cNvPr>
          <p:cNvSpPr txBox="1"/>
          <p:nvPr/>
        </p:nvSpPr>
        <p:spPr>
          <a:xfrm>
            <a:off x="4404737" y="1550359"/>
            <a:ext cx="348449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John  drives on the path at 100 kilometers per hour.</a:t>
            </a:r>
            <a:br>
              <a:rPr lang="en-US" sz="900" b="1" dirty="0"/>
            </a:br>
            <a:endParaRPr lang="en-US" sz="900" b="1" dirty="0"/>
          </a:p>
          <a:p>
            <a:pPr algn="ctr"/>
            <a:r>
              <a:rPr lang="en-US" sz="900" dirty="0"/>
              <a:t>Did John obey the new rule?</a:t>
            </a:r>
            <a:r>
              <a:rPr lang="es-ES" sz="900" dirty="0"/>
              <a:t>’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ECBC4E-ED31-C664-F80D-01678FEE1270}"/>
              </a:ext>
            </a:extLst>
          </p:cNvPr>
          <p:cNvSpPr/>
          <p:nvPr/>
        </p:nvSpPr>
        <p:spPr>
          <a:xfrm>
            <a:off x="3690244" y="3963585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03C449-E140-F07D-C7FF-5EE1BF16C826}"/>
              </a:ext>
            </a:extLst>
          </p:cNvPr>
          <p:cNvCxnSpPr>
            <a:cxnSpLocks/>
          </p:cNvCxnSpPr>
          <p:nvPr/>
        </p:nvCxnSpPr>
        <p:spPr>
          <a:xfrm>
            <a:off x="3762246" y="4041377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903970F-93CF-2C30-3975-083FFCDD3D55}"/>
              </a:ext>
            </a:extLst>
          </p:cNvPr>
          <p:cNvSpPr/>
          <p:nvPr/>
        </p:nvSpPr>
        <p:spPr>
          <a:xfrm>
            <a:off x="4747712" y="2658494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A919FC-41C6-034E-ADB8-A9D49BF1EA26}"/>
              </a:ext>
            </a:extLst>
          </p:cNvPr>
          <p:cNvSpPr/>
          <p:nvPr/>
        </p:nvSpPr>
        <p:spPr>
          <a:xfrm>
            <a:off x="6170112" y="2662239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99EADE-D743-55FD-90CA-B782DE83BBCE}"/>
              </a:ext>
            </a:extLst>
          </p:cNvPr>
          <p:cNvSpPr/>
          <p:nvPr/>
        </p:nvSpPr>
        <p:spPr>
          <a:xfrm>
            <a:off x="5360316" y="2816355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AD7E72-53DB-9486-3969-CC158BF47AE3}"/>
              </a:ext>
            </a:extLst>
          </p:cNvPr>
          <p:cNvSpPr txBox="1"/>
          <p:nvPr/>
        </p:nvSpPr>
        <p:spPr>
          <a:xfrm>
            <a:off x="5220651" y="2651173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3E2542-C6E3-CCE2-FDE2-7C4264DED521}"/>
              </a:ext>
            </a:extLst>
          </p:cNvPr>
          <p:cNvSpPr/>
          <p:nvPr/>
        </p:nvSpPr>
        <p:spPr>
          <a:xfrm>
            <a:off x="6784249" y="2816355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angle: Rounded Corners 51">
            <a:extLst>
              <a:ext uri="{FF2B5EF4-FFF2-40B4-BE49-F238E27FC236}">
                <a16:creationId xmlns:a16="http://schemas.microsoft.com/office/drawing/2014/main" id="{D7C8B8AE-8D62-8328-C9DA-E0F702E18239}"/>
              </a:ext>
            </a:extLst>
          </p:cNvPr>
          <p:cNvSpPr/>
          <p:nvPr/>
        </p:nvSpPr>
        <p:spPr>
          <a:xfrm>
            <a:off x="7576807" y="2779101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7F81D96-9073-5CAB-9ABD-2C5901D0EB0B}"/>
              </a:ext>
            </a:extLst>
          </p:cNvPr>
          <p:cNvCxnSpPr>
            <a:cxnSpLocks/>
          </p:cNvCxnSpPr>
          <p:nvPr/>
        </p:nvCxnSpPr>
        <p:spPr>
          <a:xfrm>
            <a:off x="7636546" y="2857987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A black and white image of a hand with a finger pointing at a button&#10;&#10;AI-generated content may be incorrect.">
            <a:extLst>
              <a:ext uri="{FF2B5EF4-FFF2-40B4-BE49-F238E27FC236}">
                <a16:creationId xmlns:a16="http://schemas.microsoft.com/office/drawing/2014/main" id="{7387700D-CD19-A2FC-F567-749CFAAC9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9028">
            <a:off x="11539921" y="5842866"/>
            <a:ext cx="557033" cy="557033"/>
          </a:xfrm>
          <a:prstGeom prst="rect">
            <a:avLst/>
          </a:prstGeom>
        </p:spPr>
      </p:pic>
      <p:pic>
        <p:nvPicPr>
          <p:cNvPr id="52" name="Picture 51" descr="A no cars sign&#10;&#10;AI-generated content may be incorrect.">
            <a:extLst>
              <a:ext uri="{FF2B5EF4-FFF2-40B4-BE49-F238E27FC236}">
                <a16:creationId xmlns:a16="http://schemas.microsoft.com/office/drawing/2014/main" id="{EB246E5D-073E-09D6-0B3B-6F59BF43D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538" y="3435448"/>
            <a:ext cx="727764" cy="714896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1567ED98-4F8E-826B-F773-9C9B27AE7E30}"/>
              </a:ext>
            </a:extLst>
          </p:cNvPr>
          <p:cNvSpPr txBox="1"/>
          <p:nvPr/>
        </p:nvSpPr>
        <p:spPr>
          <a:xfrm>
            <a:off x="6641931" y="2652148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52F25A-CD40-21B8-2DB9-94EE25224F94}"/>
              </a:ext>
            </a:extLst>
          </p:cNvPr>
          <p:cNvSpPr/>
          <p:nvPr/>
        </p:nvSpPr>
        <p:spPr>
          <a:xfrm>
            <a:off x="8166203" y="1448350"/>
            <a:ext cx="3484495" cy="1542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505C0A-395F-EB6C-6399-9D917EAC7368}"/>
              </a:ext>
            </a:extLst>
          </p:cNvPr>
          <p:cNvSpPr txBox="1"/>
          <p:nvPr/>
        </p:nvSpPr>
        <p:spPr>
          <a:xfrm>
            <a:off x="8166203" y="1550359"/>
            <a:ext cx="348449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Anne goes for a walk on the path.</a:t>
            </a:r>
            <a:br>
              <a:rPr lang="en-US" sz="900" b="1" dirty="0"/>
            </a:br>
            <a:endParaRPr lang="en-US" sz="900" b="1" dirty="0"/>
          </a:p>
          <a:p>
            <a:pPr algn="ctr"/>
            <a:r>
              <a:rPr lang="en-US" sz="900" dirty="0"/>
              <a:t>Did Anne obey the new rule?</a:t>
            </a:r>
            <a:r>
              <a:rPr lang="es-ES" sz="900" dirty="0"/>
              <a:t>’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C10F652-F0EC-4A4B-F214-6E667BC186D9}"/>
              </a:ext>
            </a:extLst>
          </p:cNvPr>
          <p:cNvSpPr/>
          <p:nvPr/>
        </p:nvSpPr>
        <p:spPr>
          <a:xfrm>
            <a:off x="8509178" y="2658494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7A6DBFB-4710-4B3E-5D07-6D8F9B784E6C}"/>
              </a:ext>
            </a:extLst>
          </p:cNvPr>
          <p:cNvSpPr/>
          <p:nvPr/>
        </p:nvSpPr>
        <p:spPr>
          <a:xfrm>
            <a:off x="9931578" y="2662239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3C18CFF-FE99-A96A-1967-0CEF10A61670}"/>
              </a:ext>
            </a:extLst>
          </p:cNvPr>
          <p:cNvSpPr/>
          <p:nvPr/>
        </p:nvSpPr>
        <p:spPr>
          <a:xfrm>
            <a:off x="9121782" y="2816355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D3E497-84DB-7F2A-09E2-4C86FA4E3CDA}"/>
              </a:ext>
            </a:extLst>
          </p:cNvPr>
          <p:cNvSpPr txBox="1"/>
          <p:nvPr/>
        </p:nvSpPr>
        <p:spPr>
          <a:xfrm>
            <a:off x="8982117" y="2651173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E8EC7F8-E768-6F0F-428F-3BE81494FA04}"/>
              </a:ext>
            </a:extLst>
          </p:cNvPr>
          <p:cNvSpPr/>
          <p:nvPr/>
        </p:nvSpPr>
        <p:spPr>
          <a:xfrm>
            <a:off x="10545715" y="2816355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Rectangle: Rounded Corners 51">
            <a:extLst>
              <a:ext uri="{FF2B5EF4-FFF2-40B4-BE49-F238E27FC236}">
                <a16:creationId xmlns:a16="http://schemas.microsoft.com/office/drawing/2014/main" id="{61FC1202-8986-DB2F-7C3B-A642AD3E986E}"/>
              </a:ext>
            </a:extLst>
          </p:cNvPr>
          <p:cNvSpPr/>
          <p:nvPr/>
        </p:nvSpPr>
        <p:spPr>
          <a:xfrm>
            <a:off x="11338273" y="2779101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B693550-6B52-B385-CDF9-F77C58F59650}"/>
              </a:ext>
            </a:extLst>
          </p:cNvPr>
          <p:cNvCxnSpPr>
            <a:cxnSpLocks/>
          </p:cNvCxnSpPr>
          <p:nvPr/>
        </p:nvCxnSpPr>
        <p:spPr>
          <a:xfrm>
            <a:off x="11398012" y="2857987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7100FA6-5427-0733-B5BE-65385DA70031}"/>
              </a:ext>
            </a:extLst>
          </p:cNvPr>
          <p:cNvSpPr txBox="1"/>
          <p:nvPr/>
        </p:nvSpPr>
        <p:spPr>
          <a:xfrm>
            <a:off x="10403397" y="2652148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4642A01-09F1-9BDD-5BEE-1C13A61EE133}"/>
              </a:ext>
            </a:extLst>
          </p:cNvPr>
          <p:cNvSpPr/>
          <p:nvPr/>
        </p:nvSpPr>
        <p:spPr>
          <a:xfrm>
            <a:off x="4427864" y="3765547"/>
            <a:ext cx="3484495" cy="1542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BB9FB1-9929-D65D-23E9-315E980C9159}"/>
              </a:ext>
            </a:extLst>
          </p:cNvPr>
          <p:cNvSpPr txBox="1"/>
          <p:nvPr/>
        </p:nvSpPr>
        <p:spPr>
          <a:xfrm>
            <a:off x="4427864" y="3867556"/>
            <a:ext cx="348449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Sarah rides a motorcycle on the path at 100 kilometers per hour.</a:t>
            </a:r>
            <a:br>
              <a:rPr lang="en-US" sz="900" b="1" dirty="0"/>
            </a:br>
            <a:endParaRPr lang="en-US" sz="200" b="1" dirty="0"/>
          </a:p>
          <a:p>
            <a:pPr algn="ctr"/>
            <a:r>
              <a:rPr lang="en-US" sz="900" dirty="0"/>
              <a:t>Did Sarah  obey the new rule?</a:t>
            </a:r>
            <a:r>
              <a:rPr lang="es-ES" sz="900" dirty="0"/>
              <a:t>’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BC2D391-27C2-5884-A673-5033640FCDAC}"/>
              </a:ext>
            </a:extLst>
          </p:cNvPr>
          <p:cNvSpPr/>
          <p:nvPr/>
        </p:nvSpPr>
        <p:spPr>
          <a:xfrm>
            <a:off x="4770839" y="4975691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8F3A4D4-A481-6D0F-7D0B-C7DB2181D729}"/>
              </a:ext>
            </a:extLst>
          </p:cNvPr>
          <p:cNvSpPr/>
          <p:nvPr/>
        </p:nvSpPr>
        <p:spPr>
          <a:xfrm>
            <a:off x="6193239" y="4979436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2EE1567-BCF4-3F58-DCA0-913B5C5F828D}"/>
              </a:ext>
            </a:extLst>
          </p:cNvPr>
          <p:cNvSpPr/>
          <p:nvPr/>
        </p:nvSpPr>
        <p:spPr>
          <a:xfrm>
            <a:off x="5383443" y="5133552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2252AE-0C0E-545B-8631-BD7CFB53A7A0}"/>
              </a:ext>
            </a:extLst>
          </p:cNvPr>
          <p:cNvSpPr txBox="1"/>
          <p:nvPr/>
        </p:nvSpPr>
        <p:spPr>
          <a:xfrm>
            <a:off x="5243778" y="4968370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6A9811B-4C1E-029E-7B05-99199EED0CAA}"/>
              </a:ext>
            </a:extLst>
          </p:cNvPr>
          <p:cNvSpPr/>
          <p:nvPr/>
        </p:nvSpPr>
        <p:spPr>
          <a:xfrm>
            <a:off x="6807376" y="5133552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Rectangle: Rounded Corners 51">
            <a:extLst>
              <a:ext uri="{FF2B5EF4-FFF2-40B4-BE49-F238E27FC236}">
                <a16:creationId xmlns:a16="http://schemas.microsoft.com/office/drawing/2014/main" id="{59D03C2B-7812-1FA0-87D8-64915FA792ED}"/>
              </a:ext>
            </a:extLst>
          </p:cNvPr>
          <p:cNvSpPr/>
          <p:nvPr/>
        </p:nvSpPr>
        <p:spPr>
          <a:xfrm>
            <a:off x="7599934" y="5096298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035EB36-D7C0-6551-2419-9B20C21102BB}"/>
              </a:ext>
            </a:extLst>
          </p:cNvPr>
          <p:cNvCxnSpPr>
            <a:cxnSpLocks/>
          </p:cNvCxnSpPr>
          <p:nvPr/>
        </p:nvCxnSpPr>
        <p:spPr>
          <a:xfrm>
            <a:off x="7659673" y="5175184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255BEA0-6DF4-1343-DB3F-269E1D59D44C}"/>
              </a:ext>
            </a:extLst>
          </p:cNvPr>
          <p:cNvSpPr txBox="1"/>
          <p:nvPr/>
        </p:nvSpPr>
        <p:spPr>
          <a:xfrm>
            <a:off x="6665058" y="4969345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63E3147-8BD0-E86E-3656-247ADDF1C0AD}"/>
              </a:ext>
            </a:extLst>
          </p:cNvPr>
          <p:cNvSpPr/>
          <p:nvPr/>
        </p:nvSpPr>
        <p:spPr>
          <a:xfrm>
            <a:off x="8189330" y="3765547"/>
            <a:ext cx="3484495" cy="15420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07CFDA7-7718-CCD0-687B-AEE13171463A}"/>
              </a:ext>
            </a:extLst>
          </p:cNvPr>
          <p:cNvSpPr txBox="1"/>
          <p:nvPr/>
        </p:nvSpPr>
        <p:spPr>
          <a:xfrm>
            <a:off x="8189330" y="3867556"/>
            <a:ext cx="348449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Jane drives an ambulance on the path to rescue a girl who has fallen.</a:t>
            </a:r>
            <a:br>
              <a:rPr lang="en-US" sz="900" b="1" dirty="0"/>
            </a:br>
            <a:endParaRPr lang="en-US" sz="200" b="1" dirty="0"/>
          </a:p>
          <a:p>
            <a:pPr algn="ctr"/>
            <a:r>
              <a:rPr lang="en-US" sz="900" dirty="0"/>
              <a:t>Did Juan  obey the new rule?</a:t>
            </a:r>
            <a:r>
              <a:rPr lang="es-ES" sz="900" dirty="0"/>
              <a:t>’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C4F1600-3CA8-3418-3516-FE90DB890A6E}"/>
              </a:ext>
            </a:extLst>
          </p:cNvPr>
          <p:cNvSpPr/>
          <p:nvPr/>
        </p:nvSpPr>
        <p:spPr>
          <a:xfrm>
            <a:off x="8532305" y="4975691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FEAD1BC-CA71-5A72-2D1D-8BE8BD76ACCA}"/>
              </a:ext>
            </a:extLst>
          </p:cNvPr>
          <p:cNvSpPr/>
          <p:nvPr/>
        </p:nvSpPr>
        <p:spPr>
          <a:xfrm>
            <a:off x="9954705" y="4979436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C141FFB-940E-CC1F-30F5-2A0CFA06F093}"/>
              </a:ext>
            </a:extLst>
          </p:cNvPr>
          <p:cNvSpPr/>
          <p:nvPr/>
        </p:nvSpPr>
        <p:spPr>
          <a:xfrm>
            <a:off x="9144909" y="5133552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3B1EEB-196D-48A3-9BF9-7D394F3E603A}"/>
              </a:ext>
            </a:extLst>
          </p:cNvPr>
          <p:cNvSpPr txBox="1"/>
          <p:nvPr/>
        </p:nvSpPr>
        <p:spPr>
          <a:xfrm>
            <a:off x="9005244" y="4968370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B49CE99-E943-BAA3-1083-C4FAFB48FCA3}"/>
              </a:ext>
            </a:extLst>
          </p:cNvPr>
          <p:cNvSpPr/>
          <p:nvPr/>
        </p:nvSpPr>
        <p:spPr>
          <a:xfrm>
            <a:off x="10568842" y="5133552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Rectangle: Rounded Corners 51">
            <a:extLst>
              <a:ext uri="{FF2B5EF4-FFF2-40B4-BE49-F238E27FC236}">
                <a16:creationId xmlns:a16="http://schemas.microsoft.com/office/drawing/2014/main" id="{C45C04B3-95A0-8EF9-4192-220E417DC290}"/>
              </a:ext>
            </a:extLst>
          </p:cNvPr>
          <p:cNvSpPr/>
          <p:nvPr/>
        </p:nvSpPr>
        <p:spPr>
          <a:xfrm>
            <a:off x="11361400" y="5096298"/>
            <a:ext cx="282758" cy="1756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1683531-0580-1E83-3022-60AE849B3AFD}"/>
              </a:ext>
            </a:extLst>
          </p:cNvPr>
          <p:cNvCxnSpPr>
            <a:cxnSpLocks/>
          </p:cNvCxnSpPr>
          <p:nvPr/>
        </p:nvCxnSpPr>
        <p:spPr>
          <a:xfrm>
            <a:off x="11421139" y="5175184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2ED7C21-F51B-5BC3-E9E0-19976EFA9AAE}"/>
              </a:ext>
            </a:extLst>
          </p:cNvPr>
          <p:cNvSpPr txBox="1"/>
          <p:nvPr/>
        </p:nvSpPr>
        <p:spPr>
          <a:xfrm>
            <a:off x="10426524" y="4969345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E5CB50-D305-A7F9-BB85-097C02F0F06C}"/>
              </a:ext>
            </a:extLst>
          </p:cNvPr>
          <p:cNvSpPr txBox="1"/>
          <p:nvPr/>
        </p:nvSpPr>
        <p:spPr>
          <a:xfrm>
            <a:off x="507788" y="1845904"/>
            <a:ext cx="251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Rule presentation</a:t>
            </a:r>
            <a:endParaRPr lang="en-E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E857493-F447-A93A-6604-44F5AA3A46FF}"/>
              </a:ext>
            </a:extLst>
          </p:cNvPr>
          <p:cNvSpPr txBox="1"/>
          <p:nvPr/>
        </p:nvSpPr>
        <p:spPr>
          <a:xfrm>
            <a:off x="4364470" y="1018215"/>
            <a:ext cx="251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Control cases</a:t>
            </a:r>
            <a:endParaRPr lang="en-E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2886988-9F21-16C1-40C1-73CB3CCC20FF}"/>
              </a:ext>
            </a:extLst>
          </p:cNvPr>
          <p:cNvSpPr txBox="1"/>
          <p:nvPr/>
        </p:nvSpPr>
        <p:spPr>
          <a:xfrm>
            <a:off x="4427864" y="3387291"/>
            <a:ext cx="2515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Conflict cases</a:t>
            </a:r>
            <a:endParaRPr lang="en-ES" dirty="0"/>
          </a:p>
        </p:txBody>
      </p:sp>
    </p:spTree>
    <p:extLst>
      <p:ext uri="{BB962C8B-B14F-4D97-AF65-F5344CB8AC3E}">
        <p14:creationId xmlns:p14="http://schemas.microsoft.com/office/powerpoint/2010/main" val="17841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9688-AA8A-4B95-1B7C-22869C94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D07A81-7E6A-84CD-8CA3-B60DBA749247}"/>
              </a:ext>
            </a:extLst>
          </p:cNvPr>
          <p:cNvSpPr/>
          <p:nvPr/>
        </p:nvSpPr>
        <p:spPr>
          <a:xfrm>
            <a:off x="8567473" y="3077279"/>
            <a:ext cx="3484495" cy="1542094"/>
          </a:xfrm>
          <a:prstGeom prst="rect">
            <a:avLst/>
          </a:prstGeom>
          <a:solidFill>
            <a:srgbClr val="918CC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10052CC-7DAB-AE4A-DC9C-914EA560DFC1}"/>
              </a:ext>
            </a:extLst>
          </p:cNvPr>
          <p:cNvSpPr/>
          <p:nvPr/>
        </p:nvSpPr>
        <p:spPr>
          <a:xfrm>
            <a:off x="8567474" y="3077279"/>
            <a:ext cx="3484495" cy="1542094"/>
          </a:xfrm>
          <a:prstGeom prst="rect">
            <a:avLst/>
          </a:prstGeom>
          <a:noFill/>
          <a:ln w="38100">
            <a:solidFill>
              <a:srgbClr val="918C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5E1009A-7DCF-C8D3-27C4-CFD5C7E4A1C1}"/>
              </a:ext>
            </a:extLst>
          </p:cNvPr>
          <p:cNvSpPr txBox="1"/>
          <p:nvPr/>
        </p:nvSpPr>
        <p:spPr>
          <a:xfrm>
            <a:off x="8567474" y="3179288"/>
            <a:ext cx="348449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Jane drives an ambulance on the path to rescue a girl who has fallen.</a:t>
            </a:r>
            <a:br>
              <a:rPr lang="en-US" sz="900" b="1" dirty="0"/>
            </a:br>
            <a:endParaRPr lang="en-US" sz="200" b="1" dirty="0"/>
          </a:p>
          <a:p>
            <a:pPr algn="ctr"/>
            <a:r>
              <a:rPr lang="en-US" sz="900" dirty="0"/>
              <a:t>Did Juan  obey the new rule?</a:t>
            </a:r>
            <a:r>
              <a:rPr lang="es-ES" sz="900" dirty="0"/>
              <a:t>’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C8ED39A-046C-9A63-BCB2-4E0A5E5E0BE1}"/>
              </a:ext>
            </a:extLst>
          </p:cNvPr>
          <p:cNvSpPr/>
          <p:nvPr/>
        </p:nvSpPr>
        <p:spPr>
          <a:xfrm>
            <a:off x="8910449" y="4287423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4A4B9A0-5744-9E6F-27E5-7BC6B2A4C03B}"/>
              </a:ext>
            </a:extLst>
          </p:cNvPr>
          <p:cNvSpPr/>
          <p:nvPr/>
        </p:nvSpPr>
        <p:spPr>
          <a:xfrm>
            <a:off x="10332849" y="4291168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9A73DCC-ACB2-AAFB-1828-801EF5B52E65}"/>
              </a:ext>
            </a:extLst>
          </p:cNvPr>
          <p:cNvSpPr/>
          <p:nvPr/>
        </p:nvSpPr>
        <p:spPr>
          <a:xfrm>
            <a:off x="9523053" y="4445284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7ADD195-E924-0CA2-8546-A90EE10AB7C7}"/>
              </a:ext>
            </a:extLst>
          </p:cNvPr>
          <p:cNvSpPr txBox="1"/>
          <p:nvPr/>
        </p:nvSpPr>
        <p:spPr>
          <a:xfrm>
            <a:off x="9383388" y="4280102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E42C418-FBEA-94E7-540E-A33B175B0BB8}"/>
              </a:ext>
            </a:extLst>
          </p:cNvPr>
          <p:cNvSpPr/>
          <p:nvPr/>
        </p:nvSpPr>
        <p:spPr>
          <a:xfrm>
            <a:off x="10946986" y="4445284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Rectangle: Rounded Corners 51">
            <a:extLst>
              <a:ext uri="{FF2B5EF4-FFF2-40B4-BE49-F238E27FC236}">
                <a16:creationId xmlns:a16="http://schemas.microsoft.com/office/drawing/2014/main" id="{AC0C10F2-5EE1-01EF-E98E-3028B386E83D}"/>
              </a:ext>
            </a:extLst>
          </p:cNvPr>
          <p:cNvSpPr/>
          <p:nvPr/>
        </p:nvSpPr>
        <p:spPr>
          <a:xfrm>
            <a:off x="11739544" y="4408030"/>
            <a:ext cx="282758" cy="17567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B8590D0-C9BD-D360-16F2-1B4F9D6D873E}"/>
              </a:ext>
            </a:extLst>
          </p:cNvPr>
          <p:cNvCxnSpPr>
            <a:cxnSpLocks/>
          </p:cNvCxnSpPr>
          <p:nvPr/>
        </p:nvCxnSpPr>
        <p:spPr>
          <a:xfrm>
            <a:off x="11799283" y="4486916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68CB2B0-BEB5-63A7-3935-B0DE9280E40B}"/>
              </a:ext>
            </a:extLst>
          </p:cNvPr>
          <p:cNvSpPr txBox="1"/>
          <p:nvPr/>
        </p:nvSpPr>
        <p:spPr>
          <a:xfrm>
            <a:off x="10804668" y="4281077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389B62D-0258-674E-2037-B30041D7921C}"/>
              </a:ext>
            </a:extLst>
          </p:cNvPr>
          <p:cNvSpPr/>
          <p:nvPr/>
        </p:nvSpPr>
        <p:spPr>
          <a:xfrm>
            <a:off x="4463033" y="3077279"/>
            <a:ext cx="3484495" cy="1542094"/>
          </a:xfrm>
          <a:prstGeom prst="rect">
            <a:avLst/>
          </a:prstGeom>
          <a:solidFill>
            <a:schemeClr val="bg1"/>
          </a:solidFill>
          <a:ln w="38100">
            <a:solidFill>
              <a:srgbClr val="D3E1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D03F49-B590-5B05-F7A6-271A97EBC6FE}"/>
              </a:ext>
            </a:extLst>
          </p:cNvPr>
          <p:cNvSpPr txBox="1"/>
          <p:nvPr/>
        </p:nvSpPr>
        <p:spPr>
          <a:xfrm>
            <a:off x="4463033" y="3179288"/>
            <a:ext cx="348449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Anne goes for a walk on the path.</a:t>
            </a:r>
            <a:br>
              <a:rPr lang="en-US" sz="900" b="1" dirty="0"/>
            </a:br>
            <a:endParaRPr lang="en-US" sz="900" b="1" dirty="0"/>
          </a:p>
          <a:p>
            <a:pPr algn="ctr"/>
            <a:r>
              <a:rPr lang="en-US" sz="900" dirty="0"/>
              <a:t>Did Anne obey the new rule?</a:t>
            </a:r>
            <a:r>
              <a:rPr lang="es-ES" sz="900" dirty="0"/>
              <a:t>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B0F37-C57B-F712-3535-7BD58E65E736}"/>
              </a:ext>
            </a:extLst>
          </p:cNvPr>
          <p:cNvSpPr/>
          <p:nvPr/>
        </p:nvSpPr>
        <p:spPr>
          <a:xfrm>
            <a:off x="372140" y="2486449"/>
            <a:ext cx="3270116" cy="19019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D6EA5-C5E1-C94C-0E27-7B9869C4665B}"/>
              </a:ext>
            </a:extLst>
          </p:cNvPr>
          <p:cNvSpPr/>
          <p:nvPr/>
        </p:nvSpPr>
        <p:spPr>
          <a:xfrm>
            <a:off x="4042487" y="2030335"/>
            <a:ext cx="3484495" cy="1542094"/>
          </a:xfrm>
          <a:prstGeom prst="rect">
            <a:avLst/>
          </a:prstGeom>
          <a:solidFill>
            <a:schemeClr val="bg1"/>
          </a:solidFill>
          <a:ln w="38100">
            <a:solidFill>
              <a:srgbClr val="535C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ED498-FF8A-2151-1F09-81A0E1FF55BD}"/>
              </a:ext>
            </a:extLst>
          </p:cNvPr>
          <p:cNvSpPr txBox="1"/>
          <p:nvPr/>
        </p:nvSpPr>
        <p:spPr>
          <a:xfrm>
            <a:off x="483005" y="2629810"/>
            <a:ext cx="29773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protect </a:t>
            </a:r>
            <a:r>
              <a:rPr lang="en-US" sz="1200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 walking on the path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park boss came up with a new rule.</a:t>
            </a:r>
            <a:r>
              <a:rPr lang="es-E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’</a:t>
            </a:r>
          </a:p>
          <a:p>
            <a:pPr algn="ctr"/>
            <a:br>
              <a:rPr lang="es-E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rule says: </a:t>
            </a:r>
          </a:p>
          <a:p>
            <a:pPr algn="ctr"/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“No cars allowed on the path.”’</a:t>
            </a:r>
            <a:endParaRPr lang="es-E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17779-DC69-49F3-3342-1C437A00277C}"/>
              </a:ext>
            </a:extLst>
          </p:cNvPr>
          <p:cNvSpPr txBox="1"/>
          <p:nvPr/>
        </p:nvSpPr>
        <p:spPr>
          <a:xfrm>
            <a:off x="4042487" y="2132344"/>
            <a:ext cx="348449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John  drives on the path at 100 kilometers per hour.</a:t>
            </a:r>
            <a:br>
              <a:rPr lang="en-US" sz="900" b="1" dirty="0"/>
            </a:br>
            <a:endParaRPr lang="en-US" sz="900" b="1" dirty="0"/>
          </a:p>
          <a:p>
            <a:pPr algn="ctr"/>
            <a:r>
              <a:rPr lang="en-US" sz="900" dirty="0"/>
              <a:t>Did John obey the new rule?</a:t>
            </a:r>
            <a:r>
              <a:rPr lang="es-ES" sz="900" dirty="0"/>
              <a:t>’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316836-2C04-DF7D-0E3D-69B29BFF75C8}"/>
              </a:ext>
            </a:extLst>
          </p:cNvPr>
          <p:cNvSpPr/>
          <p:nvPr/>
        </p:nvSpPr>
        <p:spPr>
          <a:xfrm>
            <a:off x="3329830" y="4148016"/>
            <a:ext cx="282758" cy="17567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1F74F7-0ADB-9F53-4F04-9BAA28911525}"/>
              </a:ext>
            </a:extLst>
          </p:cNvPr>
          <p:cNvCxnSpPr>
            <a:cxnSpLocks/>
          </p:cNvCxnSpPr>
          <p:nvPr/>
        </p:nvCxnSpPr>
        <p:spPr>
          <a:xfrm>
            <a:off x="3401832" y="4225808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58B9F-2947-BD72-A162-5594D4A5C108}"/>
              </a:ext>
            </a:extLst>
          </p:cNvPr>
          <p:cNvSpPr/>
          <p:nvPr/>
        </p:nvSpPr>
        <p:spPr>
          <a:xfrm>
            <a:off x="4385462" y="3240479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405CB1-AB5A-ACFE-62E3-0F95BF4053D4}"/>
              </a:ext>
            </a:extLst>
          </p:cNvPr>
          <p:cNvSpPr/>
          <p:nvPr/>
        </p:nvSpPr>
        <p:spPr>
          <a:xfrm>
            <a:off x="5807862" y="3244224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BC2FFDA-E592-6CAC-CCE5-3C65237B3526}"/>
              </a:ext>
            </a:extLst>
          </p:cNvPr>
          <p:cNvSpPr/>
          <p:nvPr/>
        </p:nvSpPr>
        <p:spPr>
          <a:xfrm>
            <a:off x="4998066" y="3398340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9BA4A1-BECD-0237-35AC-EC2D5CB71360}"/>
              </a:ext>
            </a:extLst>
          </p:cNvPr>
          <p:cNvSpPr txBox="1"/>
          <p:nvPr/>
        </p:nvSpPr>
        <p:spPr>
          <a:xfrm>
            <a:off x="4858401" y="3233158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D33BAB-42E9-B8E5-6C79-E3694E1CC996}"/>
              </a:ext>
            </a:extLst>
          </p:cNvPr>
          <p:cNvSpPr/>
          <p:nvPr/>
        </p:nvSpPr>
        <p:spPr>
          <a:xfrm>
            <a:off x="6421999" y="3398340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angle: Rounded Corners 51">
            <a:extLst>
              <a:ext uri="{FF2B5EF4-FFF2-40B4-BE49-F238E27FC236}">
                <a16:creationId xmlns:a16="http://schemas.microsoft.com/office/drawing/2014/main" id="{64A60BDF-7F29-1BBB-DF0E-487BE522B06A}"/>
              </a:ext>
            </a:extLst>
          </p:cNvPr>
          <p:cNvSpPr/>
          <p:nvPr/>
        </p:nvSpPr>
        <p:spPr>
          <a:xfrm>
            <a:off x="7214557" y="3361086"/>
            <a:ext cx="282758" cy="17567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F5A3844-C0FB-4464-9A59-CB1F9EFE03ED}"/>
              </a:ext>
            </a:extLst>
          </p:cNvPr>
          <p:cNvCxnSpPr>
            <a:cxnSpLocks/>
          </p:cNvCxnSpPr>
          <p:nvPr/>
        </p:nvCxnSpPr>
        <p:spPr>
          <a:xfrm>
            <a:off x="7274296" y="3439972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A no cars sign&#10;&#10;AI-generated content may be incorrect.">
            <a:extLst>
              <a:ext uri="{FF2B5EF4-FFF2-40B4-BE49-F238E27FC236}">
                <a16:creationId xmlns:a16="http://schemas.microsoft.com/office/drawing/2014/main" id="{322383E3-1C53-4DA1-6CD5-756DFBEBA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124" y="3619879"/>
            <a:ext cx="727764" cy="714896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F206049A-0D91-CBBF-5F30-8738A88F802C}"/>
              </a:ext>
            </a:extLst>
          </p:cNvPr>
          <p:cNvSpPr txBox="1"/>
          <p:nvPr/>
        </p:nvSpPr>
        <p:spPr>
          <a:xfrm>
            <a:off x="6279681" y="3234133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DA0FA2F-35B9-F8F2-5092-7426093F27B6}"/>
              </a:ext>
            </a:extLst>
          </p:cNvPr>
          <p:cNvSpPr/>
          <p:nvPr/>
        </p:nvSpPr>
        <p:spPr>
          <a:xfrm>
            <a:off x="4806008" y="4287423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F5A2FFE-138E-1953-08CD-B05ACCA7BF5F}"/>
              </a:ext>
            </a:extLst>
          </p:cNvPr>
          <p:cNvSpPr/>
          <p:nvPr/>
        </p:nvSpPr>
        <p:spPr>
          <a:xfrm>
            <a:off x="6228408" y="4291168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260156E-AA77-70A4-5607-E36252312F14}"/>
              </a:ext>
            </a:extLst>
          </p:cNvPr>
          <p:cNvSpPr/>
          <p:nvPr/>
        </p:nvSpPr>
        <p:spPr>
          <a:xfrm>
            <a:off x="5418612" y="4445284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4ACEBF-359B-91B7-4634-255886617539}"/>
              </a:ext>
            </a:extLst>
          </p:cNvPr>
          <p:cNvSpPr txBox="1"/>
          <p:nvPr/>
        </p:nvSpPr>
        <p:spPr>
          <a:xfrm>
            <a:off x="5278947" y="4280102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1D4965B-3E57-2FC7-114B-29A12DB1A073}"/>
              </a:ext>
            </a:extLst>
          </p:cNvPr>
          <p:cNvSpPr/>
          <p:nvPr/>
        </p:nvSpPr>
        <p:spPr>
          <a:xfrm>
            <a:off x="6842545" y="4445284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Rectangle: Rounded Corners 51">
            <a:extLst>
              <a:ext uri="{FF2B5EF4-FFF2-40B4-BE49-F238E27FC236}">
                <a16:creationId xmlns:a16="http://schemas.microsoft.com/office/drawing/2014/main" id="{22432C91-2515-B2F6-2A89-E6AF1DBC6A4A}"/>
              </a:ext>
            </a:extLst>
          </p:cNvPr>
          <p:cNvSpPr/>
          <p:nvPr/>
        </p:nvSpPr>
        <p:spPr>
          <a:xfrm>
            <a:off x="7635103" y="4408030"/>
            <a:ext cx="282758" cy="17567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FB52AC4-4D77-8831-5481-A55E39B028F0}"/>
              </a:ext>
            </a:extLst>
          </p:cNvPr>
          <p:cNvCxnSpPr>
            <a:cxnSpLocks/>
          </p:cNvCxnSpPr>
          <p:nvPr/>
        </p:nvCxnSpPr>
        <p:spPr>
          <a:xfrm>
            <a:off x="7694842" y="4486916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E0FC803-AD98-75C0-FCDE-F6047FDF3F54}"/>
              </a:ext>
            </a:extLst>
          </p:cNvPr>
          <p:cNvSpPr txBox="1"/>
          <p:nvPr/>
        </p:nvSpPr>
        <p:spPr>
          <a:xfrm>
            <a:off x="6700227" y="4281077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233C8F-6E08-935A-1A7B-E3FFD30989BA}"/>
              </a:ext>
            </a:extLst>
          </p:cNvPr>
          <p:cNvSpPr/>
          <p:nvPr/>
        </p:nvSpPr>
        <p:spPr>
          <a:xfrm>
            <a:off x="8224499" y="2030335"/>
            <a:ext cx="3484495" cy="1542094"/>
          </a:xfrm>
          <a:prstGeom prst="rect">
            <a:avLst/>
          </a:prstGeom>
          <a:solidFill>
            <a:schemeClr val="bg1"/>
          </a:solidFill>
          <a:ln w="38100">
            <a:solidFill>
              <a:srgbClr val="329A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70D413-36F3-5D37-1438-E19556F7360E}"/>
              </a:ext>
            </a:extLst>
          </p:cNvPr>
          <p:cNvSpPr txBox="1"/>
          <p:nvPr/>
        </p:nvSpPr>
        <p:spPr>
          <a:xfrm>
            <a:off x="8224499" y="2132344"/>
            <a:ext cx="348449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Remember</a:t>
            </a:r>
            <a:r>
              <a:rPr lang="en-US" sz="900" b="1" dirty="0"/>
              <a:t>…</a:t>
            </a:r>
            <a:r>
              <a:rPr lang="en-US" sz="900" dirty="0"/>
              <a:t> </a:t>
            </a:r>
          </a:p>
          <a:p>
            <a:pPr algn="ctr"/>
            <a:r>
              <a:rPr lang="en-US" sz="900" dirty="0"/>
              <a:t>The rule says: “No  cars allowed on the path.” </a:t>
            </a:r>
          </a:p>
          <a:p>
            <a:pPr algn="ctr"/>
            <a:r>
              <a:rPr lang="en-US" sz="900" dirty="0"/>
              <a:t>Purpose</a:t>
            </a:r>
            <a:r>
              <a:rPr lang="en-US" sz="900" b="1" dirty="0"/>
              <a:t>:</a:t>
            </a:r>
            <a:r>
              <a:rPr lang="en-US" sz="900" dirty="0"/>
              <a:t> To protect the people who walk on the path.</a:t>
            </a:r>
          </a:p>
          <a:p>
            <a:pPr algn="ctr"/>
            <a:br>
              <a:rPr lang="es-ES" sz="900" dirty="0"/>
            </a:br>
            <a:r>
              <a:rPr lang="en-US" sz="900" b="1" dirty="0"/>
              <a:t>One day, Sarah rides a motorcycle on the path at 100 kilometers per hour.</a:t>
            </a:r>
            <a:br>
              <a:rPr lang="en-US" sz="900" b="1" dirty="0"/>
            </a:br>
            <a:endParaRPr lang="en-US" sz="200" b="1" dirty="0"/>
          </a:p>
          <a:p>
            <a:pPr algn="ctr"/>
            <a:r>
              <a:rPr lang="en-US" sz="900" dirty="0"/>
              <a:t>Did Sarah  obey the new rule?</a:t>
            </a:r>
            <a:r>
              <a:rPr lang="es-ES" sz="900" dirty="0"/>
              <a:t>’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10C2ED9-31B9-00C4-ED67-BB8CD1C48EF8}"/>
              </a:ext>
            </a:extLst>
          </p:cNvPr>
          <p:cNvSpPr txBox="1"/>
          <p:nvPr/>
        </p:nvSpPr>
        <p:spPr>
          <a:xfrm>
            <a:off x="372140" y="2036916"/>
            <a:ext cx="3270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Rule presentation</a:t>
            </a:r>
            <a:endParaRPr lang="en-E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0C76E54-6864-4D59-5309-A5BCA4C1037B}"/>
              </a:ext>
            </a:extLst>
          </p:cNvPr>
          <p:cNvSpPr txBox="1"/>
          <p:nvPr/>
        </p:nvSpPr>
        <p:spPr>
          <a:xfrm>
            <a:off x="4042486" y="1600200"/>
            <a:ext cx="3905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Control cases</a:t>
            </a:r>
            <a:endParaRPr lang="en-E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8CDA85C-59C4-FC10-6677-1A91B329251F}"/>
              </a:ext>
            </a:extLst>
          </p:cNvPr>
          <p:cNvSpPr txBox="1"/>
          <p:nvPr/>
        </p:nvSpPr>
        <p:spPr>
          <a:xfrm>
            <a:off x="8224499" y="1616149"/>
            <a:ext cx="3827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Conflict cases</a:t>
            </a:r>
            <a:endParaRPr lang="en-E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CD649-ECAF-5E4A-6B4C-130C95203D3C}"/>
              </a:ext>
            </a:extLst>
          </p:cNvPr>
          <p:cNvSpPr/>
          <p:nvPr/>
        </p:nvSpPr>
        <p:spPr>
          <a:xfrm>
            <a:off x="8211666" y="2045863"/>
            <a:ext cx="3484495" cy="1542094"/>
          </a:xfrm>
          <a:prstGeom prst="rect">
            <a:avLst/>
          </a:prstGeom>
          <a:solidFill>
            <a:srgbClr val="329A85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4231EE1-9D87-D4EF-238D-600EF80C861F}"/>
              </a:ext>
            </a:extLst>
          </p:cNvPr>
          <p:cNvSpPr/>
          <p:nvPr/>
        </p:nvSpPr>
        <p:spPr>
          <a:xfrm>
            <a:off x="8567474" y="3240479"/>
            <a:ext cx="1300480" cy="26179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425A098-366A-AC22-FA89-E429025E2C25}"/>
              </a:ext>
            </a:extLst>
          </p:cNvPr>
          <p:cNvSpPr/>
          <p:nvPr/>
        </p:nvSpPr>
        <p:spPr>
          <a:xfrm>
            <a:off x="9989874" y="3244224"/>
            <a:ext cx="1300480" cy="25804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367F848-E842-7101-7647-8005BD476DA5}"/>
              </a:ext>
            </a:extLst>
          </p:cNvPr>
          <p:cNvSpPr/>
          <p:nvPr/>
        </p:nvSpPr>
        <p:spPr>
          <a:xfrm>
            <a:off x="9180078" y="3398340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8B5A79-A105-5F4E-0831-F4D4ED84D5EB}"/>
              </a:ext>
            </a:extLst>
          </p:cNvPr>
          <p:cNvSpPr txBox="1"/>
          <p:nvPr/>
        </p:nvSpPr>
        <p:spPr>
          <a:xfrm>
            <a:off x="9040413" y="3233158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YES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C905D0F-2FF9-EF05-C046-5EF75000B46F}"/>
              </a:ext>
            </a:extLst>
          </p:cNvPr>
          <p:cNvSpPr/>
          <p:nvPr/>
        </p:nvSpPr>
        <p:spPr>
          <a:xfrm>
            <a:off x="10604011" y="3398340"/>
            <a:ext cx="72205" cy="70311"/>
          </a:xfrm>
          <a:prstGeom prst="ellipse">
            <a:avLst/>
          </a:prstGeom>
          <a:solidFill>
            <a:schemeClr val="bg2"/>
          </a:solidFill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Rectangle: Rounded Corners 51">
            <a:extLst>
              <a:ext uri="{FF2B5EF4-FFF2-40B4-BE49-F238E27FC236}">
                <a16:creationId xmlns:a16="http://schemas.microsoft.com/office/drawing/2014/main" id="{D9D84517-C22E-8D62-8E60-A54C2371EF24}"/>
              </a:ext>
            </a:extLst>
          </p:cNvPr>
          <p:cNvSpPr/>
          <p:nvPr/>
        </p:nvSpPr>
        <p:spPr>
          <a:xfrm>
            <a:off x="11396569" y="3361086"/>
            <a:ext cx="282758" cy="17567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85A822E-97E1-D612-3156-2250F971254D}"/>
              </a:ext>
            </a:extLst>
          </p:cNvPr>
          <p:cNvCxnSpPr>
            <a:cxnSpLocks/>
          </p:cNvCxnSpPr>
          <p:nvPr/>
        </p:nvCxnSpPr>
        <p:spPr>
          <a:xfrm>
            <a:off x="11456308" y="3439972"/>
            <a:ext cx="1632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E1F4BAD-4BC0-0173-D79E-782D593918CC}"/>
              </a:ext>
            </a:extLst>
          </p:cNvPr>
          <p:cNvSpPr txBox="1"/>
          <p:nvPr/>
        </p:nvSpPr>
        <p:spPr>
          <a:xfrm>
            <a:off x="10461693" y="3234133"/>
            <a:ext cx="3568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049783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FF088E-9ECA-5DF7-3C75-360EC95B2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54658"/>
              </p:ext>
            </p:extLst>
          </p:nvPr>
        </p:nvGraphicFramePr>
        <p:xfrm>
          <a:off x="366486" y="1225851"/>
          <a:ext cx="11422743" cy="3318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7581">
                  <a:extLst>
                    <a:ext uri="{9D8B030D-6E8A-4147-A177-3AD203B41FA5}">
                      <a16:colId xmlns:a16="http://schemas.microsoft.com/office/drawing/2014/main" val="1221471381"/>
                    </a:ext>
                  </a:extLst>
                </a:gridCol>
                <a:gridCol w="3807581">
                  <a:extLst>
                    <a:ext uri="{9D8B030D-6E8A-4147-A177-3AD203B41FA5}">
                      <a16:colId xmlns:a16="http://schemas.microsoft.com/office/drawing/2014/main" val="2919098184"/>
                    </a:ext>
                  </a:extLst>
                </a:gridCol>
                <a:gridCol w="3807581">
                  <a:extLst>
                    <a:ext uri="{9D8B030D-6E8A-4147-A177-3AD203B41FA5}">
                      <a16:colId xmlns:a16="http://schemas.microsoft.com/office/drawing/2014/main" val="11195497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1. Rule presentation</a:t>
                      </a:r>
                      <a:endParaRPr lang="en-ES" b="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2. Control cases</a:t>
                      </a:r>
                      <a:endParaRPr lang="en-ES" b="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3. Conflict cases</a:t>
                      </a:r>
                      <a:endParaRPr lang="en-ES" b="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745656"/>
                  </a:ext>
                </a:extLst>
              </a:tr>
              <a:tr h="2598154"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E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49365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90A762E-230B-C8DF-8D49-D18EC04D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4" y="2256832"/>
            <a:ext cx="3289300" cy="1930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058C20D-4604-9577-A7CE-2E732735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702" y="2023962"/>
            <a:ext cx="3600000" cy="239614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735A2B-EA96-499A-5641-CA66B5EC9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468" y="2000393"/>
            <a:ext cx="3600000" cy="2443279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B684C78-27E3-1DC6-CB6B-2BD96E6784C0}"/>
              </a:ext>
            </a:extLst>
          </p:cNvPr>
          <p:cNvCxnSpPr/>
          <p:nvPr/>
        </p:nvCxnSpPr>
        <p:spPr>
          <a:xfrm>
            <a:off x="3598234" y="1757345"/>
            <a:ext cx="12233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0A1A7F0-72C4-FDA7-78C9-2D1A9B8F7D7E}"/>
              </a:ext>
            </a:extLst>
          </p:cNvPr>
          <p:cNvCxnSpPr/>
          <p:nvPr/>
        </p:nvCxnSpPr>
        <p:spPr>
          <a:xfrm>
            <a:off x="7303984" y="1757345"/>
            <a:ext cx="1223319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16545D-0062-97DB-8F08-AF9D67E7954B}"/>
              </a:ext>
            </a:extLst>
          </p:cNvPr>
          <p:cNvSpPr txBox="1"/>
          <p:nvPr/>
        </p:nvSpPr>
        <p:spPr>
          <a:xfrm>
            <a:off x="671944" y="1472425"/>
            <a:ext cx="3621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noProof="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endParaRPr lang="en-ES" sz="2200" b="1" dirty="0"/>
          </a:p>
        </p:txBody>
      </p:sp>
    </p:spTree>
    <p:extLst>
      <p:ext uri="{BB962C8B-B14F-4D97-AF65-F5344CB8AC3E}">
        <p14:creationId xmlns:p14="http://schemas.microsoft.com/office/powerpoint/2010/main" val="330721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C4CDD37-9EC6-E694-BF89-9EB379362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98940"/>
            <a:ext cx="7772400" cy="22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5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564</Words>
  <Application>Microsoft Macintosh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Ponciano</dc:creator>
  <cp:lastModifiedBy>IVAR ALLAN RODRIGUEZ HANNIKAINEN</cp:lastModifiedBy>
  <cp:revision>3</cp:revision>
  <dcterms:created xsi:type="dcterms:W3CDTF">2025-06-26T16:01:54Z</dcterms:created>
  <dcterms:modified xsi:type="dcterms:W3CDTF">2025-09-15T15:03:32Z</dcterms:modified>
</cp:coreProperties>
</file>