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858000" cy="10763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9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828029-72A7-4027-A1DB-4774CC318767}" v="86" dt="2025-07-26T14:30:31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39" d="100"/>
          <a:sy n="139" d="100"/>
        </p:scale>
        <p:origin x="1936" y="-24"/>
      </p:cViewPr>
      <p:guideLst>
        <p:guide orient="horz" pos="339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a Ponciano" userId="f195ed962d9ebf63" providerId="LiveId" clId="{07828029-72A7-4027-A1DB-4774CC318767}"/>
    <pc:docChg chg="undo custSel addSld modSld">
      <pc:chgData name="Marta Ponciano" userId="f195ed962d9ebf63" providerId="LiveId" clId="{07828029-72A7-4027-A1DB-4774CC318767}" dt="2025-07-26T14:46:41.556" v="481" actId="1076"/>
      <pc:docMkLst>
        <pc:docMk/>
      </pc:docMkLst>
      <pc:sldChg chg="addSp delSp modSp new mod">
        <pc:chgData name="Marta Ponciano" userId="f195ed962d9ebf63" providerId="LiveId" clId="{07828029-72A7-4027-A1DB-4774CC318767}" dt="2025-07-26T14:46:41.556" v="481" actId="1076"/>
        <pc:sldMkLst>
          <pc:docMk/>
          <pc:sldMk cId="2908882704" sldId="256"/>
        </pc:sldMkLst>
        <pc:spChg chg="del">
          <ac:chgData name="Marta Ponciano" userId="f195ed962d9ebf63" providerId="LiveId" clId="{07828029-72A7-4027-A1DB-4774CC318767}" dt="2025-07-26T11:34:12.387" v="1" actId="478"/>
          <ac:spMkLst>
            <pc:docMk/>
            <pc:sldMk cId="2908882704" sldId="256"/>
            <ac:spMk id="2" creationId="{0D634F82-9F0C-90FB-F878-B09D3C82FD69}"/>
          </ac:spMkLst>
        </pc:spChg>
        <pc:spChg chg="del">
          <ac:chgData name="Marta Ponciano" userId="f195ed962d9ebf63" providerId="LiveId" clId="{07828029-72A7-4027-A1DB-4774CC318767}" dt="2025-07-26T11:34:17.249" v="2" actId="478"/>
          <ac:spMkLst>
            <pc:docMk/>
            <pc:sldMk cId="2908882704" sldId="256"/>
            <ac:spMk id="3" creationId="{A4FEB254-17A9-3E41-8DF6-1518EA2371C9}"/>
          </ac:spMkLst>
        </pc:spChg>
        <pc:spChg chg="add mod">
          <ac:chgData name="Marta Ponciano" userId="f195ed962d9ebf63" providerId="LiveId" clId="{07828029-72A7-4027-A1DB-4774CC318767}" dt="2025-07-26T12:33:22.085" v="168" actId="1076"/>
          <ac:spMkLst>
            <pc:docMk/>
            <pc:sldMk cId="2908882704" sldId="256"/>
            <ac:spMk id="4" creationId="{7B5E90B8-878B-CB9F-5E3B-287ADA40BD55}"/>
          </ac:spMkLst>
        </pc:spChg>
        <pc:spChg chg="add mod">
          <ac:chgData name="Marta Ponciano" userId="f195ed962d9ebf63" providerId="LiveId" clId="{07828029-72A7-4027-A1DB-4774CC318767}" dt="2025-07-26T11:56:22.652" v="64" actId="1076"/>
          <ac:spMkLst>
            <pc:docMk/>
            <pc:sldMk cId="2908882704" sldId="256"/>
            <ac:spMk id="5" creationId="{046196C5-0D43-0811-E62A-F8828FFF8153}"/>
          </ac:spMkLst>
        </pc:spChg>
        <pc:spChg chg="add mod">
          <ac:chgData name="Marta Ponciano" userId="f195ed962d9ebf63" providerId="LiveId" clId="{07828029-72A7-4027-A1DB-4774CC318767}" dt="2025-07-26T11:58:14.993" v="74" actId="1076"/>
          <ac:spMkLst>
            <pc:docMk/>
            <pc:sldMk cId="2908882704" sldId="256"/>
            <ac:spMk id="6" creationId="{44F95C23-2BDC-4988-7280-64F241ADB44E}"/>
          </ac:spMkLst>
        </pc:spChg>
        <pc:spChg chg="add mod">
          <ac:chgData name="Marta Ponciano" userId="f195ed962d9ebf63" providerId="LiveId" clId="{07828029-72A7-4027-A1DB-4774CC318767}" dt="2025-07-26T11:57:07.291" v="66" actId="1076"/>
          <ac:spMkLst>
            <pc:docMk/>
            <pc:sldMk cId="2908882704" sldId="256"/>
            <ac:spMk id="7" creationId="{255F8E47-A996-1ECD-A7EA-BA93F628A771}"/>
          </ac:spMkLst>
        </pc:spChg>
        <pc:spChg chg="add mod">
          <ac:chgData name="Marta Ponciano" userId="f195ed962d9ebf63" providerId="LiveId" clId="{07828029-72A7-4027-A1DB-4774CC318767}" dt="2025-07-26T12:36:59.301" v="206" actId="14100"/>
          <ac:spMkLst>
            <pc:docMk/>
            <pc:sldMk cId="2908882704" sldId="256"/>
            <ac:spMk id="8" creationId="{E7E62EE4-9A51-4D1F-D1D4-A989192E2EE9}"/>
          </ac:spMkLst>
        </pc:spChg>
        <pc:spChg chg="add mod">
          <ac:chgData name="Marta Ponciano" userId="f195ed962d9ebf63" providerId="LiveId" clId="{07828029-72A7-4027-A1DB-4774CC318767}" dt="2025-07-26T14:45:21.549" v="475" actId="20577"/>
          <ac:spMkLst>
            <pc:docMk/>
            <pc:sldMk cId="2908882704" sldId="256"/>
            <ac:spMk id="9" creationId="{7B9E3140-2D9F-73B5-5E6D-5AE2F341C15E}"/>
          </ac:spMkLst>
        </pc:spChg>
        <pc:spChg chg="add mod">
          <ac:chgData name="Marta Ponciano" userId="f195ed962d9ebf63" providerId="LiveId" clId="{07828029-72A7-4027-A1DB-4774CC318767}" dt="2025-07-26T14:45:32.002" v="476" actId="20577"/>
          <ac:spMkLst>
            <pc:docMk/>
            <pc:sldMk cId="2908882704" sldId="256"/>
            <ac:spMk id="10" creationId="{DC80065A-7736-6488-0E33-108C131D9313}"/>
          </ac:spMkLst>
        </pc:spChg>
        <pc:spChg chg="add mod">
          <ac:chgData name="Marta Ponciano" userId="f195ed962d9ebf63" providerId="LiveId" clId="{07828029-72A7-4027-A1DB-4774CC318767}" dt="2025-07-26T14:45:41.834" v="477" actId="20577"/>
          <ac:spMkLst>
            <pc:docMk/>
            <pc:sldMk cId="2908882704" sldId="256"/>
            <ac:spMk id="11" creationId="{B0B64087-E52B-FA7D-621B-8CAEFCD13788}"/>
          </ac:spMkLst>
        </pc:spChg>
        <pc:spChg chg="add mod">
          <ac:chgData name="Marta Ponciano" userId="f195ed962d9ebf63" providerId="LiveId" clId="{07828029-72A7-4027-A1DB-4774CC318767}" dt="2025-07-26T11:57:56.568" v="71" actId="1076"/>
          <ac:spMkLst>
            <pc:docMk/>
            <pc:sldMk cId="2908882704" sldId="256"/>
            <ac:spMk id="12" creationId="{E61BF2C1-8171-92B5-E9A1-4EF9C239755C}"/>
          </ac:spMkLst>
        </pc:spChg>
        <pc:spChg chg="add mod">
          <ac:chgData name="Marta Ponciano" userId="f195ed962d9ebf63" providerId="LiveId" clId="{07828029-72A7-4027-A1DB-4774CC318767}" dt="2025-07-26T14:45:52.151" v="480" actId="20577"/>
          <ac:spMkLst>
            <pc:docMk/>
            <pc:sldMk cId="2908882704" sldId="256"/>
            <ac:spMk id="13" creationId="{02DAF7F0-4D0A-7132-AE6F-681AC0890FF4}"/>
          </ac:spMkLst>
        </pc:spChg>
        <pc:spChg chg="add mod">
          <ac:chgData name="Marta Ponciano" userId="f195ed962d9ebf63" providerId="LiveId" clId="{07828029-72A7-4027-A1DB-4774CC318767}" dt="2025-07-26T13:03:37.413" v="364" actId="1076"/>
          <ac:spMkLst>
            <pc:docMk/>
            <pc:sldMk cId="2908882704" sldId="256"/>
            <ac:spMk id="14" creationId="{0FDE8FEA-D4EC-37E4-5553-D014A1543F41}"/>
          </ac:spMkLst>
        </pc:spChg>
        <pc:spChg chg="add mod">
          <ac:chgData name="Marta Ponciano" userId="f195ed962d9ebf63" providerId="LiveId" clId="{07828029-72A7-4027-A1DB-4774CC318767}" dt="2025-07-26T12:41:39.685" v="211" actId="208"/>
          <ac:spMkLst>
            <pc:docMk/>
            <pc:sldMk cId="2908882704" sldId="256"/>
            <ac:spMk id="19" creationId="{53814B49-7F56-0293-77DF-9B723ECD721F}"/>
          </ac:spMkLst>
        </pc:spChg>
        <pc:spChg chg="add mod">
          <ac:chgData name="Marta Ponciano" userId="f195ed962d9ebf63" providerId="LiveId" clId="{07828029-72A7-4027-A1DB-4774CC318767}" dt="2025-07-26T12:42:25.473" v="213" actId="1076"/>
          <ac:spMkLst>
            <pc:docMk/>
            <pc:sldMk cId="2908882704" sldId="256"/>
            <ac:spMk id="20" creationId="{6A5B6DC8-F90E-F355-622E-B5DE80804C77}"/>
          </ac:spMkLst>
        </pc:spChg>
        <pc:spChg chg="add del mod">
          <ac:chgData name="Marta Ponciano" userId="f195ed962d9ebf63" providerId="LiveId" clId="{07828029-72A7-4027-A1DB-4774CC318767}" dt="2025-07-26T12:45:59.412" v="235" actId="478"/>
          <ac:spMkLst>
            <pc:docMk/>
            <pc:sldMk cId="2908882704" sldId="256"/>
            <ac:spMk id="21" creationId="{DFCE85F7-5AED-D3F2-A859-31BCB94CB6BC}"/>
          </ac:spMkLst>
        </pc:spChg>
        <pc:spChg chg="add mod">
          <ac:chgData name="Marta Ponciano" userId="f195ed962d9ebf63" providerId="LiveId" clId="{07828029-72A7-4027-A1DB-4774CC318767}" dt="2025-07-26T12:45:45.953" v="232" actId="207"/>
          <ac:spMkLst>
            <pc:docMk/>
            <pc:sldMk cId="2908882704" sldId="256"/>
            <ac:spMk id="22" creationId="{3785E083-07F0-400F-4C8C-8BDDF9C31EA2}"/>
          </ac:spMkLst>
        </pc:spChg>
        <pc:spChg chg="add mod">
          <ac:chgData name="Marta Ponciano" userId="f195ed962d9ebf63" providerId="LiveId" clId="{07828029-72A7-4027-A1DB-4774CC318767}" dt="2025-07-26T12:45:37.396" v="231" actId="1076"/>
          <ac:spMkLst>
            <pc:docMk/>
            <pc:sldMk cId="2908882704" sldId="256"/>
            <ac:spMk id="23" creationId="{5D6B8FDA-570C-895C-9918-D4A0A6A29E26}"/>
          </ac:spMkLst>
        </pc:spChg>
        <pc:spChg chg="add mod">
          <ac:chgData name="Marta Ponciano" userId="f195ed962d9ebf63" providerId="LiveId" clId="{07828029-72A7-4027-A1DB-4774CC318767}" dt="2025-07-26T14:05:51.394" v="366" actId="207"/>
          <ac:spMkLst>
            <pc:docMk/>
            <pc:sldMk cId="2908882704" sldId="256"/>
            <ac:spMk id="24" creationId="{7C807CAB-82D1-42C3-5D89-A8D3D86C3BC7}"/>
          </ac:spMkLst>
        </pc:spChg>
        <pc:spChg chg="add mod">
          <ac:chgData name="Marta Ponciano" userId="f195ed962d9ebf63" providerId="LiveId" clId="{07828029-72A7-4027-A1DB-4774CC318767}" dt="2025-07-26T12:48:52.448" v="253" actId="1076"/>
          <ac:spMkLst>
            <pc:docMk/>
            <pc:sldMk cId="2908882704" sldId="256"/>
            <ac:spMk id="25" creationId="{078BF0C0-8F73-C149-3EF7-CB6518F91A82}"/>
          </ac:spMkLst>
        </pc:spChg>
        <pc:spChg chg="add mod">
          <ac:chgData name="Marta Ponciano" userId="f195ed962d9ebf63" providerId="LiveId" clId="{07828029-72A7-4027-A1DB-4774CC318767}" dt="2025-07-26T12:50:17.902" v="256" actId="1076"/>
          <ac:spMkLst>
            <pc:docMk/>
            <pc:sldMk cId="2908882704" sldId="256"/>
            <ac:spMk id="26" creationId="{BC96B109-F202-ACCB-41F7-C9B2E9794819}"/>
          </ac:spMkLst>
        </pc:spChg>
        <pc:spChg chg="add mod">
          <ac:chgData name="Marta Ponciano" userId="f195ed962d9ebf63" providerId="LiveId" clId="{07828029-72A7-4027-A1DB-4774CC318767}" dt="2025-07-26T12:50:29.019" v="258" actId="1076"/>
          <ac:spMkLst>
            <pc:docMk/>
            <pc:sldMk cId="2908882704" sldId="256"/>
            <ac:spMk id="27" creationId="{1F3FFDB5-C2EE-B42F-984D-CE00056E10ED}"/>
          </ac:spMkLst>
        </pc:spChg>
        <pc:spChg chg="add mod">
          <ac:chgData name="Marta Ponciano" userId="f195ed962d9ebf63" providerId="LiveId" clId="{07828029-72A7-4027-A1DB-4774CC318767}" dt="2025-07-26T12:50:59.291" v="262" actId="1076"/>
          <ac:spMkLst>
            <pc:docMk/>
            <pc:sldMk cId="2908882704" sldId="256"/>
            <ac:spMk id="28" creationId="{6E6E1D5B-1B86-C3A0-C580-0974D73B5F4E}"/>
          </ac:spMkLst>
        </pc:spChg>
        <pc:spChg chg="add mod">
          <ac:chgData name="Marta Ponciano" userId="f195ed962d9ebf63" providerId="LiveId" clId="{07828029-72A7-4027-A1DB-4774CC318767}" dt="2025-07-26T12:50:44.143" v="261" actId="1076"/>
          <ac:spMkLst>
            <pc:docMk/>
            <pc:sldMk cId="2908882704" sldId="256"/>
            <ac:spMk id="29" creationId="{DB4A32F1-3731-A01B-3282-C9CA7178103C}"/>
          </ac:spMkLst>
        </pc:spChg>
        <pc:spChg chg="add mod">
          <ac:chgData name="Marta Ponciano" userId="f195ed962d9ebf63" providerId="LiveId" clId="{07828029-72A7-4027-A1DB-4774CC318767}" dt="2025-07-26T12:51:35.402" v="266" actId="1076"/>
          <ac:spMkLst>
            <pc:docMk/>
            <pc:sldMk cId="2908882704" sldId="256"/>
            <ac:spMk id="30" creationId="{C2860344-86B9-FD85-B946-4F715B9B7A67}"/>
          </ac:spMkLst>
        </pc:spChg>
        <pc:spChg chg="add mod">
          <ac:chgData name="Marta Ponciano" userId="f195ed962d9ebf63" providerId="LiveId" clId="{07828029-72A7-4027-A1DB-4774CC318767}" dt="2025-07-26T12:51:27.825" v="265" actId="1076"/>
          <ac:spMkLst>
            <pc:docMk/>
            <pc:sldMk cId="2908882704" sldId="256"/>
            <ac:spMk id="31" creationId="{ED9DE1B1-575B-7463-3FEB-FE278A093E88}"/>
          </ac:spMkLst>
        </pc:spChg>
        <pc:spChg chg="add del mod">
          <ac:chgData name="Marta Ponciano" userId="f195ed962d9ebf63" providerId="LiveId" clId="{07828029-72A7-4027-A1DB-4774CC318767}" dt="2025-07-26T12:52:18.625" v="271" actId="478"/>
          <ac:spMkLst>
            <pc:docMk/>
            <pc:sldMk cId="2908882704" sldId="256"/>
            <ac:spMk id="32" creationId="{5FFBBB5D-48B5-1A72-71AC-92EE0AC4CE87}"/>
          </ac:spMkLst>
        </pc:spChg>
        <pc:spChg chg="add mod">
          <ac:chgData name="Marta Ponciano" userId="f195ed962d9ebf63" providerId="LiveId" clId="{07828029-72A7-4027-A1DB-4774CC318767}" dt="2025-07-26T12:56:12.801" v="291" actId="1076"/>
          <ac:spMkLst>
            <pc:docMk/>
            <pc:sldMk cId="2908882704" sldId="256"/>
            <ac:spMk id="39" creationId="{91EB6347-AA69-44E8-1DC3-89BD65319CF0}"/>
          </ac:spMkLst>
        </pc:spChg>
        <pc:spChg chg="add mod">
          <ac:chgData name="Marta Ponciano" userId="f195ed962d9ebf63" providerId="LiveId" clId="{07828029-72A7-4027-A1DB-4774CC318767}" dt="2025-07-26T12:56:21.125" v="293" actId="1076"/>
          <ac:spMkLst>
            <pc:docMk/>
            <pc:sldMk cId="2908882704" sldId="256"/>
            <ac:spMk id="40" creationId="{E2515303-9C6A-8019-98DA-B270B0C14CFB}"/>
          </ac:spMkLst>
        </pc:spChg>
        <pc:spChg chg="add mod">
          <ac:chgData name="Marta Ponciano" userId="f195ed962d9ebf63" providerId="LiveId" clId="{07828029-72A7-4027-A1DB-4774CC318767}" dt="2025-07-26T12:56:40.398" v="295" actId="1076"/>
          <ac:spMkLst>
            <pc:docMk/>
            <pc:sldMk cId="2908882704" sldId="256"/>
            <ac:spMk id="41" creationId="{14207823-9190-1F41-BF52-94A0848163EB}"/>
          </ac:spMkLst>
        </pc:spChg>
        <pc:spChg chg="add mod">
          <ac:chgData name="Marta Ponciano" userId="f195ed962d9ebf63" providerId="LiveId" clId="{07828029-72A7-4027-A1DB-4774CC318767}" dt="2025-07-26T12:56:59.331" v="299" actId="1076"/>
          <ac:spMkLst>
            <pc:docMk/>
            <pc:sldMk cId="2908882704" sldId="256"/>
            <ac:spMk id="42" creationId="{85FFF4F1-D033-805C-EA09-B2870FB188AB}"/>
          </ac:spMkLst>
        </pc:spChg>
        <pc:spChg chg="add mod">
          <ac:chgData name="Marta Ponciano" userId="f195ed962d9ebf63" providerId="LiveId" clId="{07828029-72A7-4027-A1DB-4774CC318767}" dt="2025-07-26T12:57:15.195" v="301" actId="1076"/>
          <ac:spMkLst>
            <pc:docMk/>
            <pc:sldMk cId="2908882704" sldId="256"/>
            <ac:spMk id="43" creationId="{4EE05F5D-4E5D-DBA0-9009-290C81FEBCE8}"/>
          </ac:spMkLst>
        </pc:spChg>
        <pc:spChg chg="add mod">
          <ac:chgData name="Marta Ponciano" userId="f195ed962d9ebf63" providerId="LiveId" clId="{07828029-72A7-4027-A1DB-4774CC318767}" dt="2025-07-26T12:57:31.581" v="303" actId="1076"/>
          <ac:spMkLst>
            <pc:docMk/>
            <pc:sldMk cId="2908882704" sldId="256"/>
            <ac:spMk id="44" creationId="{0D9F0CAB-31A8-3A65-264D-89F0A63E67AB}"/>
          </ac:spMkLst>
        </pc:spChg>
        <pc:spChg chg="add mod">
          <ac:chgData name="Marta Ponciano" userId="f195ed962d9ebf63" providerId="LiveId" clId="{07828029-72A7-4027-A1DB-4774CC318767}" dt="2025-07-26T12:57:39.450" v="304"/>
          <ac:spMkLst>
            <pc:docMk/>
            <pc:sldMk cId="2908882704" sldId="256"/>
            <ac:spMk id="45" creationId="{4FDA744A-FA01-993F-756A-C9F80C0FA95E}"/>
          </ac:spMkLst>
        </pc:spChg>
        <pc:spChg chg="add mod">
          <ac:chgData name="Marta Ponciano" userId="f195ed962d9ebf63" providerId="LiveId" clId="{07828029-72A7-4027-A1DB-4774CC318767}" dt="2025-07-26T12:58:12.481" v="309" actId="1076"/>
          <ac:spMkLst>
            <pc:docMk/>
            <pc:sldMk cId="2908882704" sldId="256"/>
            <ac:spMk id="46" creationId="{1A084356-4A8E-FD43-3BC9-B8ABCF0D3E3A}"/>
          </ac:spMkLst>
        </pc:spChg>
        <pc:spChg chg="add mod">
          <ac:chgData name="Marta Ponciano" userId="f195ed962d9ebf63" providerId="LiveId" clId="{07828029-72A7-4027-A1DB-4774CC318767}" dt="2025-07-26T12:58:33.801" v="311" actId="1076"/>
          <ac:spMkLst>
            <pc:docMk/>
            <pc:sldMk cId="2908882704" sldId="256"/>
            <ac:spMk id="47" creationId="{95FE9625-4452-C4F5-7AF2-B909224950A3}"/>
          </ac:spMkLst>
        </pc:spChg>
        <pc:spChg chg="add mod">
          <ac:chgData name="Marta Ponciano" userId="f195ed962d9ebf63" providerId="LiveId" clId="{07828029-72A7-4027-A1DB-4774CC318767}" dt="2025-07-26T12:58:47.197" v="313" actId="1076"/>
          <ac:spMkLst>
            <pc:docMk/>
            <pc:sldMk cId="2908882704" sldId="256"/>
            <ac:spMk id="48" creationId="{E9F0F4AC-7565-E983-A9E1-DC710BE1113B}"/>
          </ac:spMkLst>
        </pc:spChg>
        <pc:spChg chg="add mod">
          <ac:chgData name="Marta Ponciano" userId="f195ed962d9ebf63" providerId="LiveId" clId="{07828029-72A7-4027-A1DB-4774CC318767}" dt="2025-07-26T12:59:29.529" v="327" actId="1076"/>
          <ac:spMkLst>
            <pc:docMk/>
            <pc:sldMk cId="2908882704" sldId="256"/>
            <ac:spMk id="49" creationId="{FE57C872-6284-1500-9392-8FCB7A6A6980}"/>
          </ac:spMkLst>
        </pc:spChg>
        <pc:spChg chg="add mod">
          <ac:chgData name="Marta Ponciano" userId="f195ed962d9ebf63" providerId="LiveId" clId="{07828029-72A7-4027-A1DB-4774CC318767}" dt="2025-07-26T12:59:20.550" v="326" actId="1076"/>
          <ac:spMkLst>
            <pc:docMk/>
            <pc:sldMk cId="2908882704" sldId="256"/>
            <ac:spMk id="50" creationId="{6268208F-F650-ED03-F0FC-6C3FAFBF6D02}"/>
          </ac:spMkLst>
        </pc:spChg>
        <pc:spChg chg="add mod">
          <ac:chgData name="Marta Ponciano" userId="f195ed962d9ebf63" providerId="LiveId" clId="{07828029-72A7-4027-A1DB-4774CC318767}" dt="2025-07-26T12:59:39.951" v="329" actId="1076"/>
          <ac:spMkLst>
            <pc:docMk/>
            <pc:sldMk cId="2908882704" sldId="256"/>
            <ac:spMk id="51" creationId="{18D13B7A-F7F8-27A4-3F35-C1CD29D84C20}"/>
          </ac:spMkLst>
        </pc:spChg>
        <pc:spChg chg="add mod">
          <ac:chgData name="Marta Ponciano" userId="f195ed962d9ebf63" providerId="LiveId" clId="{07828029-72A7-4027-A1DB-4774CC318767}" dt="2025-07-26T13:00:35.690" v="331" actId="1076"/>
          <ac:spMkLst>
            <pc:docMk/>
            <pc:sldMk cId="2908882704" sldId="256"/>
            <ac:spMk id="52" creationId="{C4900EAB-A9AE-43D6-6A91-D422536BC98C}"/>
          </ac:spMkLst>
        </pc:spChg>
        <pc:spChg chg="add mod">
          <ac:chgData name="Marta Ponciano" userId="f195ed962d9ebf63" providerId="LiveId" clId="{07828029-72A7-4027-A1DB-4774CC318767}" dt="2025-07-26T13:00:47.249" v="334" actId="1076"/>
          <ac:spMkLst>
            <pc:docMk/>
            <pc:sldMk cId="2908882704" sldId="256"/>
            <ac:spMk id="53" creationId="{DAEB85E3-9BEF-6E63-2CF5-99212D885132}"/>
          </ac:spMkLst>
        </pc:spChg>
        <pc:spChg chg="add mod">
          <ac:chgData name="Marta Ponciano" userId="f195ed962d9ebf63" providerId="LiveId" clId="{07828029-72A7-4027-A1DB-4774CC318767}" dt="2025-07-26T13:02:58.412" v="357" actId="1076"/>
          <ac:spMkLst>
            <pc:docMk/>
            <pc:sldMk cId="2908882704" sldId="256"/>
            <ac:spMk id="54" creationId="{57760E45-A5C3-F3CC-4DAF-4D3046251571}"/>
          </ac:spMkLst>
        </pc:spChg>
        <pc:spChg chg="add mod">
          <ac:chgData name="Marta Ponciano" userId="f195ed962d9ebf63" providerId="LiveId" clId="{07828029-72A7-4027-A1DB-4774CC318767}" dt="2025-07-26T13:03:28.171" v="362" actId="1076"/>
          <ac:spMkLst>
            <pc:docMk/>
            <pc:sldMk cId="2908882704" sldId="256"/>
            <ac:spMk id="55" creationId="{D42669D8-E066-94CE-C07B-D05CF3A65528}"/>
          </ac:spMkLst>
        </pc:spChg>
        <pc:picChg chg="add del mod">
          <ac:chgData name="Marta Ponciano" userId="f195ed962d9ebf63" providerId="LiveId" clId="{07828029-72A7-4027-A1DB-4774CC318767}" dt="2025-07-26T14:18:22.075" v="410" actId="478"/>
          <ac:picMkLst>
            <pc:docMk/>
            <pc:sldMk cId="2908882704" sldId="256"/>
            <ac:picMk id="62" creationId="{EAF785ED-E2C5-A247-A5A3-B042E96AE9F5}"/>
          </ac:picMkLst>
        </pc:picChg>
        <pc:picChg chg="add mod">
          <ac:chgData name="Marta Ponciano" userId="f195ed962d9ebf63" providerId="LiveId" clId="{07828029-72A7-4027-A1DB-4774CC318767}" dt="2025-07-26T14:16:32.182" v="390" actId="1076"/>
          <ac:picMkLst>
            <pc:docMk/>
            <pc:sldMk cId="2908882704" sldId="256"/>
            <ac:picMk id="63" creationId="{D08DADEC-8ECD-E897-B41A-247CDD9DD4BA}"/>
          </ac:picMkLst>
        </pc:picChg>
        <pc:picChg chg="add mod">
          <ac:chgData name="Marta Ponciano" userId="f195ed962d9ebf63" providerId="LiveId" clId="{07828029-72A7-4027-A1DB-4774CC318767}" dt="2025-07-26T14:16:31.324" v="389" actId="1076"/>
          <ac:picMkLst>
            <pc:docMk/>
            <pc:sldMk cId="2908882704" sldId="256"/>
            <ac:picMk id="64" creationId="{083108E3-F66F-7333-C081-8CCAC1A0A629}"/>
          </ac:picMkLst>
        </pc:picChg>
        <pc:picChg chg="add mod">
          <ac:chgData name="Marta Ponciano" userId="f195ed962d9ebf63" providerId="LiveId" clId="{07828029-72A7-4027-A1DB-4774CC318767}" dt="2025-07-26T14:16:30.576" v="388" actId="1076"/>
          <ac:picMkLst>
            <pc:docMk/>
            <pc:sldMk cId="2908882704" sldId="256"/>
            <ac:picMk id="65" creationId="{CEEB3A54-83CD-683E-7984-2EBC7F1B1B23}"/>
          </ac:picMkLst>
        </pc:picChg>
        <pc:picChg chg="add del mod">
          <ac:chgData name="Marta Ponciano" userId="f195ed962d9ebf63" providerId="LiveId" clId="{07828029-72A7-4027-A1DB-4774CC318767}" dt="2025-07-26T14:17:35.218" v="402" actId="478"/>
          <ac:picMkLst>
            <pc:docMk/>
            <pc:sldMk cId="2908882704" sldId="256"/>
            <ac:picMk id="67" creationId="{AA9A0888-F95A-4B8A-4F72-99741357EB4C}"/>
          </ac:picMkLst>
        </pc:picChg>
        <pc:picChg chg="add mod">
          <ac:chgData name="Marta Ponciano" userId="f195ed962d9ebf63" providerId="LiveId" clId="{07828029-72A7-4027-A1DB-4774CC318767}" dt="2025-07-26T14:18:35.009" v="413" actId="1076"/>
          <ac:picMkLst>
            <pc:docMk/>
            <pc:sldMk cId="2908882704" sldId="256"/>
            <ac:picMk id="69" creationId="{02F08FF8-194B-CFBB-2391-8A16F2928BAE}"/>
          </ac:picMkLst>
        </pc:picChg>
        <pc:picChg chg="add mod">
          <ac:chgData name="Marta Ponciano" userId="f195ed962d9ebf63" providerId="LiveId" clId="{07828029-72A7-4027-A1DB-4774CC318767}" dt="2025-07-26T14:18:42.842" v="415" actId="1076"/>
          <ac:picMkLst>
            <pc:docMk/>
            <pc:sldMk cId="2908882704" sldId="256"/>
            <ac:picMk id="70" creationId="{3E82F691-72B0-7C5F-0FD0-0D449018A619}"/>
          </ac:picMkLst>
        </pc:picChg>
        <pc:picChg chg="add mod">
          <ac:chgData name="Marta Ponciano" userId="f195ed962d9ebf63" providerId="LiveId" clId="{07828029-72A7-4027-A1DB-4774CC318767}" dt="2025-07-26T14:19:02.020" v="417" actId="1076"/>
          <ac:picMkLst>
            <pc:docMk/>
            <pc:sldMk cId="2908882704" sldId="256"/>
            <ac:picMk id="71" creationId="{EFA437CF-848F-660C-F025-8D003D146872}"/>
          </ac:picMkLst>
        </pc:picChg>
        <pc:picChg chg="add mod">
          <ac:chgData name="Marta Ponciano" userId="f195ed962d9ebf63" providerId="LiveId" clId="{07828029-72A7-4027-A1DB-4774CC318767}" dt="2025-07-26T14:19:09.952" v="419" actId="1076"/>
          <ac:picMkLst>
            <pc:docMk/>
            <pc:sldMk cId="2908882704" sldId="256"/>
            <ac:picMk id="72" creationId="{E70EB97C-3B79-38B4-5178-B706BD3D609F}"/>
          </ac:picMkLst>
        </pc:picChg>
        <pc:picChg chg="add del mod">
          <ac:chgData name="Marta Ponciano" userId="f195ed962d9ebf63" providerId="LiveId" clId="{07828029-72A7-4027-A1DB-4774CC318767}" dt="2025-07-26T14:29:05.020" v="459" actId="478"/>
          <ac:picMkLst>
            <pc:docMk/>
            <pc:sldMk cId="2908882704" sldId="256"/>
            <ac:picMk id="74" creationId="{5CBD251C-1065-9BC1-D2CF-0E972F1CB7E4}"/>
          </ac:picMkLst>
        </pc:picChg>
        <pc:picChg chg="add mod">
          <ac:chgData name="Marta Ponciano" userId="f195ed962d9ebf63" providerId="LiveId" clId="{07828029-72A7-4027-A1DB-4774CC318767}" dt="2025-07-26T14:30:40.915" v="466" actId="1076"/>
          <ac:picMkLst>
            <pc:docMk/>
            <pc:sldMk cId="2908882704" sldId="256"/>
            <ac:picMk id="76" creationId="{1FC57FDB-09EB-C39C-5AB9-79389EB79A84}"/>
          </ac:picMkLst>
        </pc:picChg>
        <pc:cxnChg chg="add mod">
          <ac:chgData name="Marta Ponciano" userId="f195ed962d9ebf63" providerId="LiveId" clId="{07828029-72A7-4027-A1DB-4774CC318767}" dt="2025-07-26T13:03:42.264" v="365" actId="1076"/>
          <ac:cxnSpMkLst>
            <pc:docMk/>
            <pc:sldMk cId="2908882704" sldId="256"/>
            <ac:cxnSpMk id="16" creationId="{D70DE50A-3D24-2826-C938-4BAA545F3850}"/>
          </ac:cxnSpMkLst>
        </pc:cxnChg>
        <pc:cxnChg chg="add del mod">
          <ac:chgData name="Marta Ponciano" userId="f195ed962d9ebf63" providerId="LiveId" clId="{07828029-72A7-4027-A1DB-4774CC318767}" dt="2025-07-26T13:03:16.014" v="360" actId="478"/>
          <ac:cxnSpMkLst>
            <pc:docMk/>
            <pc:sldMk cId="2908882704" sldId="256"/>
            <ac:cxnSpMk id="56" creationId="{44065252-6067-CE87-0175-BC1AED864733}"/>
          </ac:cxnSpMkLst>
        </pc:cxnChg>
        <pc:cxnChg chg="add mod">
          <ac:chgData name="Marta Ponciano" userId="f195ed962d9ebf63" providerId="LiveId" clId="{07828029-72A7-4027-A1DB-4774CC318767}" dt="2025-07-26T13:02:30.015" v="352" actId="1076"/>
          <ac:cxnSpMkLst>
            <pc:docMk/>
            <pc:sldMk cId="2908882704" sldId="256"/>
            <ac:cxnSpMk id="57" creationId="{0F6FF7B7-AC80-7DDD-3E35-43E97ACEFFC7}"/>
          </ac:cxnSpMkLst>
        </pc:cxnChg>
        <pc:cxnChg chg="add mod">
          <ac:chgData name="Marta Ponciano" userId="f195ed962d9ebf63" providerId="LiveId" clId="{07828029-72A7-4027-A1DB-4774CC318767}" dt="2025-07-26T13:02:00.491" v="347" actId="1076"/>
          <ac:cxnSpMkLst>
            <pc:docMk/>
            <pc:sldMk cId="2908882704" sldId="256"/>
            <ac:cxnSpMk id="58" creationId="{119ED8BD-25D0-980D-A7F3-612F1294A9A5}"/>
          </ac:cxnSpMkLst>
        </pc:cxnChg>
        <pc:cxnChg chg="add mod">
          <ac:chgData name="Marta Ponciano" userId="f195ed962d9ebf63" providerId="LiveId" clId="{07828029-72A7-4027-A1DB-4774CC318767}" dt="2025-07-26T13:03:09.599" v="359" actId="1076"/>
          <ac:cxnSpMkLst>
            <pc:docMk/>
            <pc:sldMk cId="2908882704" sldId="256"/>
            <ac:cxnSpMk id="59" creationId="{9733D70D-53F6-62CE-7205-53DD2E9CF093}"/>
          </ac:cxnSpMkLst>
        </pc:cxnChg>
        <pc:cxnChg chg="add mod">
          <ac:chgData name="Marta Ponciano" userId="f195ed962d9ebf63" providerId="LiveId" clId="{07828029-72A7-4027-A1DB-4774CC318767}" dt="2025-07-26T14:46:41.556" v="481" actId="1076"/>
          <ac:cxnSpMkLst>
            <pc:docMk/>
            <pc:sldMk cId="2908882704" sldId="256"/>
            <ac:cxnSpMk id="60" creationId="{2F13A4B4-0EAC-B004-DB9E-95C960B8A73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761486"/>
            <a:ext cx="5829300" cy="374720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653199"/>
            <a:ext cx="5143500" cy="259862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5C55-A83A-4B97-BE65-EDBCFB19C978}" type="datetimeFigureOut">
              <a:rPr lang="es-ES" smtClean="0"/>
              <a:t>15/9/25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D3B5-B3C0-4372-BDD6-2E51B0FC236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990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5C55-A83A-4B97-BE65-EDBCFB19C978}" type="datetimeFigureOut">
              <a:rPr lang="es-ES" smtClean="0"/>
              <a:t>15/9/25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D3B5-B3C0-4372-BDD6-2E51B0FC236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797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683341"/>
            <a:ext cx="5915025" cy="447721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7202910"/>
            <a:ext cx="5915025" cy="235446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5C55-A83A-4B97-BE65-EDBCFB19C978}" type="datetimeFigureOut">
              <a:rPr lang="es-ES" smtClean="0"/>
              <a:t>15/9/25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D3B5-B3C0-4372-BDD6-2E51B0FC236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6108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865217"/>
            <a:ext cx="2914650" cy="6829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865217"/>
            <a:ext cx="2914650" cy="6829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5C55-A83A-4B97-BE65-EDBCFB19C978}" type="datetimeFigureOut">
              <a:rPr lang="es-ES" smtClean="0"/>
              <a:t>15/9/25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D3B5-B3C0-4372-BDD6-2E51B0FC236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127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73046"/>
            <a:ext cx="5915025" cy="20803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638492"/>
            <a:ext cx="2901255" cy="129308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931576"/>
            <a:ext cx="2901255" cy="57827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638492"/>
            <a:ext cx="2915543" cy="129308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931576"/>
            <a:ext cx="2915543" cy="57827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5C55-A83A-4B97-BE65-EDBCFB19C978}" type="datetimeFigureOut">
              <a:rPr lang="es-ES" smtClean="0"/>
              <a:t>15/9/25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D3B5-B3C0-4372-BDD6-2E51B0FC236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5064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5C55-A83A-4B97-BE65-EDBCFB19C978}" type="datetimeFigureOut">
              <a:rPr lang="es-ES" smtClean="0"/>
              <a:t>15/9/25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D3B5-B3C0-4372-BDD6-2E51B0FC236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752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5C55-A83A-4B97-BE65-EDBCFB19C978}" type="datetimeFigureOut">
              <a:rPr lang="es-ES" smtClean="0"/>
              <a:t>15/9/25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D3B5-B3C0-4372-BDD6-2E51B0FC236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6818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17550"/>
            <a:ext cx="2211884" cy="251142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549711"/>
            <a:ext cx="3471863" cy="764888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228975"/>
            <a:ext cx="2211884" cy="59820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5C55-A83A-4B97-BE65-EDBCFB19C978}" type="datetimeFigureOut">
              <a:rPr lang="es-ES" smtClean="0"/>
              <a:t>15/9/25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D3B5-B3C0-4372-BDD6-2E51B0FC236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1188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17550"/>
            <a:ext cx="2211884" cy="251142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549711"/>
            <a:ext cx="3471863" cy="764888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228975"/>
            <a:ext cx="2211884" cy="59820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5C55-A83A-4B97-BE65-EDBCFB19C978}" type="datetimeFigureOut">
              <a:rPr lang="es-ES" smtClean="0"/>
              <a:t>15/9/25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D3B5-B3C0-4372-BDD6-2E51B0FC236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569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5C55-A83A-4B97-BE65-EDBCFB19C978}" type="datetimeFigureOut">
              <a:rPr lang="es-ES" smtClean="0"/>
              <a:t>15/9/25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D3B5-B3C0-4372-BDD6-2E51B0FC236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004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73043"/>
            <a:ext cx="1478756" cy="91213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73043"/>
            <a:ext cx="4350544" cy="91213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5C55-A83A-4B97-BE65-EDBCFB19C978}" type="datetimeFigureOut">
              <a:rPr lang="es-ES" smtClean="0"/>
              <a:t>15/9/25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D3B5-B3C0-4372-BDD6-2E51B0FC236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59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73046"/>
            <a:ext cx="5915025" cy="2080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865217"/>
            <a:ext cx="5915025" cy="6829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975941"/>
            <a:ext cx="1543050" cy="573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A5C55-A83A-4B97-BE65-EDBCFB19C978}" type="datetimeFigureOut">
              <a:rPr lang="es-ES" smtClean="0"/>
              <a:t>15/9/25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975941"/>
            <a:ext cx="2314575" cy="573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975941"/>
            <a:ext cx="1543050" cy="573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4D3B5-B3C0-4372-BDD6-2E51B0FC236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81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5E90B8-878B-CB9F-5E3B-287ADA40BD55}"/>
              </a:ext>
            </a:extLst>
          </p:cNvPr>
          <p:cNvSpPr/>
          <p:nvPr/>
        </p:nvSpPr>
        <p:spPr>
          <a:xfrm>
            <a:off x="1475666" y="112787"/>
            <a:ext cx="3484495" cy="1901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6196C5-0D43-0811-E62A-F8828FFF8153}"/>
              </a:ext>
            </a:extLst>
          </p:cNvPr>
          <p:cNvSpPr/>
          <p:nvPr/>
        </p:nvSpPr>
        <p:spPr>
          <a:xfrm>
            <a:off x="1475665" y="2264444"/>
            <a:ext cx="3484495" cy="1901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F95C23-2BDC-4988-7280-64F241ADB44E}"/>
              </a:ext>
            </a:extLst>
          </p:cNvPr>
          <p:cNvSpPr/>
          <p:nvPr/>
        </p:nvSpPr>
        <p:spPr>
          <a:xfrm>
            <a:off x="1475665" y="4388346"/>
            <a:ext cx="3484495" cy="1901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5F8E47-A996-1ECD-A7EA-BA93F628A771}"/>
              </a:ext>
            </a:extLst>
          </p:cNvPr>
          <p:cNvSpPr/>
          <p:nvPr/>
        </p:nvSpPr>
        <p:spPr>
          <a:xfrm>
            <a:off x="1446721" y="6512248"/>
            <a:ext cx="3484495" cy="1901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62EE4-9A51-4D1F-D1D4-A989192E2EE9}"/>
              </a:ext>
            </a:extLst>
          </p:cNvPr>
          <p:cNvSpPr txBox="1"/>
          <p:nvPr/>
        </p:nvSpPr>
        <p:spPr>
          <a:xfrm>
            <a:off x="1446719" y="369966"/>
            <a:ext cx="3513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/>
              <a:t>Para </a:t>
            </a:r>
            <a:r>
              <a:rPr lang="es-ES" sz="900" u="sng" dirty="0"/>
              <a:t>proteger a la gente que pasea por el camino</a:t>
            </a:r>
            <a:r>
              <a:rPr lang="es-ES" sz="900" dirty="0"/>
              <a:t>, a los jefes del parque se les ocurrió una nueva regla. </a:t>
            </a:r>
          </a:p>
          <a:p>
            <a:pPr algn="ctr"/>
            <a:r>
              <a:rPr lang="es-ES" sz="900" dirty="0"/>
              <a:t>La regla dice: “Prohibido entrar en coche en el camino.” </a:t>
            </a:r>
          </a:p>
          <a:p>
            <a:pPr algn="ctr"/>
            <a:r>
              <a:rPr lang="es-ES" sz="900" dirty="0"/>
              <a:t>‘</a:t>
            </a:r>
            <a:r>
              <a:rPr lang="en-US" sz="900" dirty="0"/>
              <a:t>To protect the people walking along the path, the park managers came up with a new rule.</a:t>
            </a:r>
            <a:r>
              <a:rPr lang="es-ES" sz="900" dirty="0"/>
              <a:t>’</a:t>
            </a:r>
            <a:br>
              <a:rPr lang="es-ES" sz="900" dirty="0"/>
            </a:br>
            <a:r>
              <a:rPr lang="en-US" sz="900" dirty="0"/>
              <a:t>The rule says: “No driving on the path.”’</a:t>
            </a:r>
            <a:endParaRPr lang="es-E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E3140-2D9F-73B5-5E6D-5AE2F341C15E}"/>
              </a:ext>
            </a:extLst>
          </p:cNvPr>
          <p:cNvSpPr txBox="1"/>
          <p:nvPr/>
        </p:nvSpPr>
        <p:spPr>
          <a:xfrm>
            <a:off x="1475665" y="2314495"/>
            <a:ext cx="348449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/>
              <a:t>Recuerda...</a:t>
            </a:r>
            <a:br>
              <a:rPr lang="es-ES" sz="900" dirty="0"/>
            </a:br>
            <a:r>
              <a:rPr lang="es-ES" sz="900" dirty="0"/>
              <a:t>Regla: Prohibido entrar en coche en el camino</a:t>
            </a:r>
            <a:br>
              <a:rPr lang="es-ES" sz="900" dirty="0"/>
            </a:br>
            <a:r>
              <a:rPr lang="es-ES" sz="900" dirty="0"/>
              <a:t>Propósito: Evitar accidentes con la gente que pasea por el camino</a:t>
            </a:r>
            <a:br>
              <a:rPr lang="es-ES" sz="900" dirty="0"/>
            </a:br>
            <a:r>
              <a:rPr lang="es-ES" sz="900" b="1" dirty="0"/>
              <a:t>Un día Juan entra en coche en el camino a 100 por hora.</a:t>
            </a:r>
          </a:p>
          <a:p>
            <a:pPr algn="ctr"/>
            <a:r>
              <a:rPr lang="es-ES" sz="900" dirty="0"/>
              <a:t>¿Ha hecho Juan caso a la nueva regla? </a:t>
            </a:r>
          </a:p>
          <a:p>
            <a:pPr algn="ctr"/>
            <a:r>
              <a:rPr lang="es-ES" sz="900" dirty="0"/>
              <a:t>‘</a:t>
            </a:r>
            <a:r>
              <a:rPr lang="en-US" sz="900" dirty="0"/>
              <a:t>Remember</a:t>
            </a:r>
            <a:r>
              <a:rPr lang="en-US" sz="900" b="1" dirty="0"/>
              <a:t>…</a:t>
            </a:r>
            <a:r>
              <a:rPr lang="en-US" sz="900" dirty="0"/>
              <a:t> The rule says: “No driving on the path.” Purpose</a:t>
            </a:r>
            <a:r>
              <a:rPr lang="en-US" sz="900" b="1" dirty="0"/>
              <a:t>:</a:t>
            </a:r>
            <a:r>
              <a:rPr lang="en-US" sz="900" dirty="0"/>
              <a:t> To prevent accidents with people walking on the path.</a:t>
            </a:r>
            <a:br>
              <a:rPr lang="es-ES" sz="900" dirty="0"/>
            </a:br>
            <a:r>
              <a:rPr lang="en-US" sz="900" dirty="0"/>
              <a:t>One day, Juan  drives on the path at 100 kilometers per hour.</a:t>
            </a:r>
            <a:br>
              <a:rPr lang="en-US" sz="900" dirty="0"/>
            </a:br>
            <a:r>
              <a:rPr lang="en-US" sz="900" dirty="0"/>
              <a:t>Did Juan  obey the new rule?</a:t>
            </a:r>
            <a:r>
              <a:rPr lang="es-ES" sz="900" dirty="0"/>
              <a:t>’</a:t>
            </a:r>
          </a:p>
          <a:p>
            <a:endParaRPr lang="es-E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80065A-7736-6488-0E33-108C131D9313}"/>
              </a:ext>
            </a:extLst>
          </p:cNvPr>
          <p:cNvSpPr txBox="1"/>
          <p:nvPr/>
        </p:nvSpPr>
        <p:spPr>
          <a:xfrm>
            <a:off x="1475665" y="4466655"/>
            <a:ext cx="348449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/>
              <a:t>Recuerda...</a:t>
            </a:r>
            <a:br>
              <a:rPr lang="es-ES" sz="900" dirty="0"/>
            </a:br>
            <a:r>
              <a:rPr lang="es-ES" sz="900" dirty="0"/>
              <a:t>Regla: Prohibido entrar en coche en el camino</a:t>
            </a:r>
            <a:br>
              <a:rPr lang="es-ES" sz="900" dirty="0"/>
            </a:br>
            <a:r>
              <a:rPr lang="es-ES" sz="900" dirty="0"/>
              <a:t>Propósito: Evitar accidentes con la gente que pasea por el camino</a:t>
            </a:r>
            <a:br>
              <a:rPr lang="es-ES" sz="900" dirty="0"/>
            </a:br>
            <a:r>
              <a:rPr lang="es-ES" sz="900" b="1" dirty="0"/>
              <a:t>Un día Anne va caminando por el camino</a:t>
            </a:r>
          </a:p>
          <a:p>
            <a:pPr algn="ctr"/>
            <a:r>
              <a:rPr lang="es-ES" sz="900" dirty="0"/>
              <a:t>¿Ha hecho Anne caso a la nueva regla?</a:t>
            </a:r>
          </a:p>
          <a:p>
            <a:pPr algn="ctr"/>
            <a:r>
              <a:rPr lang="es-ES" sz="900" dirty="0"/>
              <a:t>‘</a:t>
            </a:r>
            <a:r>
              <a:rPr lang="en-US" sz="900" dirty="0"/>
              <a:t>Remember… The rule says: “No driving on the path.” Purpose: To prevent accidents with people walking on the path.</a:t>
            </a:r>
            <a:br>
              <a:rPr lang="en-US" sz="900" dirty="0"/>
            </a:br>
            <a:r>
              <a:rPr lang="en-US" sz="900" dirty="0"/>
              <a:t>One day, Anne walks on the path.</a:t>
            </a:r>
            <a:br>
              <a:rPr lang="en-US" sz="900" dirty="0"/>
            </a:br>
            <a:r>
              <a:rPr lang="en-US" sz="900" dirty="0"/>
              <a:t>Did Anne obey the new rule?</a:t>
            </a:r>
            <a:r>
              <a:rPr lang="es-ES" sz="900" dirty="0"/>
              <a:t>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64087-E52B-FA7D-621B-8CAEFCD13788}"/>
              </a:ext>
            </a:extLst>
          </p:cNvPr>
          <p:cNvSpPr txBox="1"/>
          <p:nvPr/>
        </p:nvSpPr>
        <p:spPr>
          <a:xfrm>
            <a:off x="1446720" y="6678575"/>
            <a:ext cx="34844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/>
              <a:t>Recuerda...</a:t>
            </a:r>
            <a:br>
              <a:rPr lang="es-ES" sz="900" dirty="0"/>
            </a:br>
            <a:r>
              <a:rPr lang="es-ES" sz="900" dirty="0"/>
              <a:t>Regla: Prohibido entrar en coche en el camino</a:t>
            </a:r>
            <a:br>
              <a:rPr lang="es-ES" sz="900" dirty="0"/>
            </a:br>
            <a:r>
              <a:rPr lang="es-ES" sz="900" dirty="0"/>
              <a:t>Propósito: Evitar accidentes con la gente que pasea por el camino</a:t>
            </a:r>
            <a:br>
              <a:rPr lang="es-ES" sz="900" dirty="0"/>
            </a:br>
            <a:r>
              <a:rPr lang="es-ES" sz="900" b="1" dirty="0"/>
              <a:t>Un día Sara entra en moto en el camino a 100 por hora.</a:t>
            </a:r>
          </a:p>
          <a:p>
            <a:pPr algn="ctr"/>
            <a:r>
              <a:rPr lang="es-ES" sz="900" dirty="0"/>
              <a:t>¿Ha hecho Sara caso a la nueva regla?</a:t>
            </a:r>
          </a:p>
          <a:p>
            <a:pPr algn="ctr"/>
            <a:r>
              <a:rPr lang="es-ES" sz="900" dirty="0"/>
              <a:t>‘</a:t>
            </a:r>
            <a:r>
              <a:rPr lang="en-US" sz="900" dirty="0"/>
              <a:t>Remember… the rule says: “No driving on the path.” Purpose: To prevent accidents with people walking on the path.</a:t>
            </a:r>
            <a:br>
              <a:rPr lang="en-US" sz="900" dirty="0"/>
            </a:br>
            <a:r>
              <a:rPr lang="en-US" sz="900" dirty="0"/>
              <a:t>One day, Sara rides a motorcycle on the path at 100 kilometers per hour.</a:t>
            </a:r>
            <a:br>
              <a:rPr lang="en-US" sz="900" dirty="0"/>
            </a:br>
            <a:r>
              <a:rPr lang="en-US" sz="900" dirty="0"/>
              <a:t>Did Sara obey the new rule?</a:t>
            </a:r>
            <a:r>
              <a:rPr lang="es-ES" sz="900" dirty="0"/>
              <a:t>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1BF2C1-8171-92B5-E9A1-4EF9C239755C}"/>
              </a:ext>
            </a:extLst>
          </p:cNvPr>
          <p:cNvSpPr/>
          <p:nvPr/>
        </p:nvSpPr>
        <p:spPr>
          <a:xfrm>
            <a:off x="1446720" y="8608395"/>
            <a:ext cx="3484495" cy="1901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DAF7F0-4D0A-7132-AE6F-681AC0890FF4}"/>
              </a:ext>
            </a:extLst>
          </p:cNvPr>
          <p:cNvSpPr txBox="1"/>
          <p:nvPr/>
        </p:nvSpPr>
        <p:spPr>
          <a:xfrm>
            <a:off x="1461192" y="8608395"/>
            <a:ext cx="351343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/>
              <a:t>Recuerda...</a:t>
            </a:r>
            <a:br>
              <a:rPr lang="es-ES" sz="900" dirty="0"/>
            </a:br>
            <a:r>
              <a:rPr lang="es-ES" sz="900" dirty="0"/>
              <a:t>Regla: Prohibido entrar en coche en el camino</a:t>
            </a:r>
            <a:br>
              <a:rPr lang="es-ES" sz="900" dirty="0"/>
            </a:br>
            <a:r>
              <a:rPr lang="es-ES" sz="900" dirty="0"/>
              <a:t>Propósito: Evitar accidentes con la gente que pasea por el camino</a:t>
            </a:r>
            <a:br>
              <a:rPr lang="es-ES" sz="900" dirty="0"/>
            </a:br>
            <a:r>
              <a:rPr lang="es-ES" sz="900" b="1" dirty="0"/>
              <a:t>Un día Juan entra en una ambulancia para rescatar a una niña que se ha caído. </a:t>
            </a:r>
          </a:p>
          <a:p>
            <a:pPr algn="ctr"/>
            <a:r>
              <a:rPr lang="es-ES" sz="900" dirty="0"/>
              <a:t>¿Ha hecho Juan caso a la nueva regla?</a:t>
            </a:r>
          </a:p>
          <a:p>
            <a:pPr algn="ctr"/>
            <a:r>
              <a:rPr lang="es-ES" sz="900" dirty="0"/>
              <a:t>‘</a:t>
            </a:r>
            <a:r>
              <a:rPr lang="en-US" sz="900" dirty="0"/>
              <a:t>Remember… the rule says: “No driving on the path.” Purpose: To prevent accidents with people walking on the path.</a:t>
            </a:r>
            <a:br>
              <a:rPr lang="en-US" sz="900" dirty="0"/>
            </a:br>
            <a:r>
              <a:rPr lang="en-US" sz="900" dirty="0"/>
              <a:t>One day, Juan drives an ambulance on the path to rescue a girl who has fallen.</a:t>
            </a:r>
            <a:br>
              <a:rPr lang="en-US" sz="900" dirty="0"/>
            </a:br>
            <a:r>
              <a:rPr lang="en-US" sz="900" dirty="0"/>
              <a:t>Did Juan obey the new rule?</a:t>
            </a:r>
            <a:r>
              <a:rPr lang="es-ES" sz="900" dirty="0"/>
              <a:t>’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FDE8FEA-D4EC-37E4-5553-D014A1543F41}"/>
              </a:ext>
            </a:extLst>
          </p:cNvPr>
          <p:cNvSpPr/>
          <p:nvPr/>
        </p:nvSpPr>
        <p:spPr>
          <a:xfrm>
            <a:off x="4647735" y="1774354"/>
            <a:ext cx="282758" cy="1756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0DE50A-3D24-2826-C938-4BAA545F3850}"/>
              </a:ext>
            </a:extLst>
          </p:cNvPr>
          <p:cNvCxnSpPr>
            <a:cxnSpLocks/>
          </p:cNvCxnSpPr>
          <p:nvPr/>
        </p:nvCxnSpPr>
        <p:spPr>
          <a:xfrm>
            <a:off x="4719737" y="1852146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3814B49-7F56-0293-77DF-9B723ECD721F}"/>
              </a:ext>
            </a:extLst>
          </p:cNvPr>
          <p:cNvSpPr/>
          <p:nvPr/>
        </p:nvSpPr>
        <p:spPr>
          <a:xfrm>
            <a:off x="1818640" y="3903560"/>
            <a:ext cx="1300480" cy="19264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5B6DC8-F90E-F355-622E-B5DE80804C77}"/>
              </a:ext>
            </a:extLst>
          </p:cNvPr>
          <p:cNvSpPr/>
          <p:nvPr/>
        </p:nvSpPr>
        <p:spPr>
          <a:xfrm>
            <a:off x="3241040" y="3903560"/>
            <a:ext cx="1300480" cy="19264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785E083-07F0-400F-4C8C-8BDDF9C31EA2}"/>
              </a:ext>
            </a:extLst>
          </p:cNvPr>
          <p:cNvSpPr/>
          <p:nvPr/>
        </p:nvSpPr>
        <p:spPr>
          <a:xfrm>
            <a:off x="2431244" y="3992278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6B8FDA-570C-895C-9918-D4A0A6A29E26}"/>
              </a:ext>
            </a:extLst>
          </p:cNvPr>
          <p:cNvSpPr txBox="1"/>
          <p:nvPr/>
        </p:nvSpPr>
        <p:spPr>
          <a:xfrm>
            <a:off x="2358483" y="3876156"/>
            <a:ext cx="35683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" dirty="0"/>
              <a:t>SÍ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C807CAB-82D1-42C3-5D89-A8D3D86C3BC7}"/>
              </a:ext>
            </a:extLst>
          </p:cNvPr>
          <p:cNvSpPr/>
          <p:nvPr/>
        </p:nvSpPr>
        <p:spPr>
          <a:xfrm>
            <a:off x="3855177" y="3992278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8BF0C0-8F73-C149-3EF7-CB6518F91A82}"/>
              </a:ext>
            </a:extLst>
          </p:cNvPr>
          <p:cNvSpPr txBox="1"/>
          <p:nvPr/>
        </p:nvSpPr>
        <p:spPr>
          <a:xfrm>
            <a:off x="3748962" y="3880022"/>
            <a:ext cx="35683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" dirty="0"/>
              <a:t>NO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96B109-F202-ACCB-41F7-C9B2E9794819}"/>
              </a:ext>
            </a:extLst>
          </p:cNvPr>
          <p:cNvSpPr/>
          <p:nvPr/>
        </p:nvSpPr>
        <p:spPr>
          <a:xfrm>
            <a:off x="1817106" y="6032590"/>
            <a:ext cx="1300480" cy="19264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3FFDB5-C2EE-B42F-984D-CE00056E10ED}"/>
              </a:ext>
            </a:extLst>
          </p:cNvPr>
          <p:cNvSpPr/>
          <p:nvPr/>
        </p:nvSpPr>
        <p:spPr>
          <a:xfrm>
            <a:off x="3241040" y="6027462"/>
            <a:ext cx="1300480" cy="19264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6E1D5B-1B86-C3A0-C580-0974D73B5F4E}"/>
              </a:ext>
            </a:extLst>
          </p:cNvPr>
          <p:cNvSpPr/>
          <p:nvPr/>
        </p:nvSpPr>
        <p:spPr>
          <a:xfrm>
            <a:off x="1817106" y="8149207"/>
            <a:ext cx="1300480" cy="19264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4A32F1-3731-A01B-3282-C9CA7178103C}"/>
              </a:ext>
            </a:extLst>
          </p:cNvPr>
          <p:cNvSpPr/>
          <p:nvPr/>
        </p:nvSpPr>
        <p:spPr>
          <a:xfrm>
            <a:off x="3277141" y="8149207"/>
            <a:ext cx="1300480" cy="19264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860344-86B9-FD85-B946-4F715B9B7A67}"/>
              </a:ext>
            </a:extLst>
          </p:cNvPr>
          <p:cNvSpPr/>
          <p:nvPr/>
        </p:nvSpPr>
        <p:spPr>
          <a:xfrm>
            <a:off x="3277141" y="10224222"/>
            <a:ext cx="1300480" cy="19264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9DE1B1-575B-7463-3FEB-FE278A093E88}"/>
              </a:ext>
            </a:extLst>
          </p:cNvPr>
          <p:cNvSpPr/>
          <p:nvPr/>
        </p:nvSpPr>
        <p:spPr>
          <a:xfrm>
            <a:off x="1817106" y="10247511"/>
            <a:ext cx="1300480" cy="19264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1EB6347-AA69-44E8-1DC3-89BD65319CF0}"/>
              </a:ext>
            </a:extLst>
          </p:cNvPr>
          <p:cNvSpPr/>
          <p:nvPr/>
        </p:nvSpPr>
        <p:spPr>
          <a:xfrm>
            <a:off x="2431243" y="6123710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2515303-9C6A-8019-98DA-B270B0C14CFB}"/>
              </a:ext>
            </a:extLst>
          </p:cNvPr>
          <p:cNvSpPr/>
          <p:nvPr/>
        </p:nvSpPr>
        <p:spPr>
          <a:xfrm>
            <a:off x="3855176" y="6127713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4207823-9190-1F41-BF52-94A0848163EB}"/>
              </a:ext>
            </a:extLst>
          </p:cNvPr>
          <p:cNvSpPr/>
          <p:nvPr/>
        </p:nvSpPr>
        <p:spPr>
          <a:xfrm>
            <a:off x="2431242" y="8245531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5FFF4F1-D033-805C-EA09-B2870FB188AB}"/>
              </a:ext>
            </a:extLst>
          </p:cNvPr>
          <p:cNvSpPr/>
          <p:nvPr/>
        </p:nvSpPr>
        <p:spPr>
          <a:xfrm>
            <a:off x="3855176" y="8245530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EE05F5D-4E5D-DBA0-9009-290C81FEBCE8}"/>
              </a:ext>
            </a:extLst>
          </p:cNvPr>
          <p:cNvSpPr/>
          <p:nvPr/>
        </p:nvSpPr>
        <p:spPr>
          <a:xfrm>
            <a:off x="2431241" y="10343835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D9F0CAB-31A8-3A65-264D-89F0A63E67AB}"/>
              </a:ext>
            </a:extLst>
          </p:cNvPr>
          <p:cNvSpPr/>
          <p:nvPr/>
        </p:nvSpPr>
        <p:spPr>
          <a:xfrm>
            <a:off x="3855176" y="10320546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084356-4A8E-FD43-3BC9-B8ABCF0D3E3A}"/>
              </a:ext>
            </a:extLst>
          </p:cNvPr>
          <p:cNvSpPr txBox="1"/>
          <p:nvPr/>
        </p:nvSpPr>
        <p:spPr>
          <a:xfrm>
            <a:off x="2358483" y="6011351"/>
            <a:ext cx="35683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" dirty="0"/>
              <a:t>SÍ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FE9625-4452-C4F5-7AF2-B909224950A3}"/>
              </a:ext>
            </a:extLst>
          </p:cNvPr>
          <p:cNvSpPr txBox="1"/>
          <p:nvPr/>
        </p:nvSpPr>
        <p:spPr>
          <a:xfrm>
            <a:off x="3748961" y="6013858"/>
            <a:ext cx="35683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F0F4AC-7565-E983-A9E1-DC710BE1113B}"/>
              </a:ext>
            </a:extLst>
          </p:cNvPr>
          <p:cNvSpPr txBox="1"/>
          <p:nvPr/>
        </p:nvSpPr>
        <p:spPr>
          <a:xfrm>
            <a:off x="2358482" y="8133885"/>
            <a:ext cx="35683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" dirty="0"/>
              <a:t>SÍ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57C872-6284-1500-9392-8FCB7A6A6980}"/>
              </a:ext>
            </a:extLst>
          </p:cNvPr>
          <p:cNvSpPr txBox="1"/>
          <p:nvPr/>
        </p:nvSpPr>
        <p:spPr>
          <a:xfrm>
            <a:off x="2358482" y="10236969"/>
            <a:ext cx="35683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" dirty="0"/>
              <a:t>SÍ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68208F-F650-ED03-F0FC-6C3FAFBF6D02}"/>
              </a:ext>
            </a:extLst>
          </p:cNvPr>
          <p:cNvSpPr txBox="1"/>
          <p:nvPr/>
        </p:nvSpPr>
        <p:spPr>
          <a:xfrm>
            <a:off x="3748961" y="8133885"/>
            <a:ext cx="35683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" dirty="0"/>
              <a:t>NO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D13B7A-F7F8-27A4-3F35-C1CD29D84C20}"/>
              </a:ext>
            </a:extLst>
          </p:cNvPr>
          <p:cNvSpPr txBox="1"/>
          <p:nvPr/>
        </p:nvSpPr>
        <p:spPr>
          <a:xfrm>
            <a:off x="3748960" y="10201813"/>
            <a:ext cx="35683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" dirty="0"/>
              <a:t>NO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4900EAB-A9AE-43D6-6A91-D422536BC98C}"/>
              </a:ext>
            </a:extLst>
          </p:cNvPr>
          <p:cNvSpPr/>
          <p:nvPr/>
        </p:nvSpPr>
        <p:spPr>
          <a:xfrm>
            <a:off x="4647735" y="3955024"/>
            <a:ext cx="282758" cy="1756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AEB85E3-9BEF-6E63-2CF5-99212D885132}"/>
              </a:ext>
            </a:extLst>
          </p:cNvPr>
          <p:cNvSpPr/>
          <p:nvPr/>
        </p:nvSpPr>
        <p:spPr>
          <a:xfrm>
            <a:off x="4647735" y="6088295"/>
            <a:ext cx="282758" cy="1756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7760E45-A5C3-F3CC-4DAF-4D3046251571}"/>
              </a:ext>
            </a:extLst>
          </p:cNvPr>
          <p:cNvSpPr/>
          <p:nvPr/>
        </p:nvSpPr>
        <p:spPr>
          <a:xfrm>
            <a:off x="4615812" y="8202209"/>
            <a:ext cx="282758" cy="1756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42669D8-E066-94CE-C07B-D05CF3A65528}"/>
              </a:ext>
            </a:extLst>
          </p:cNvPr>
          <p:cNvSpPr/>
          <p:nvPr/>
        </p:nvSpPr>
        <p:spPr>
          <a:xfrm>
            <a:off x="4615812" y="10307883"/>
            <a:ext cx="282758" cy="1756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F6FF7B7-AC80-7DDD-3E35-43E97ACEFFC7}"/>
              </a:ext>
            </a:extLst>
          </p:cNvPr>
          <p:cNvCxnSpPr>
            <a:cxnSpLocks/>
          </p:cNvCxnSpPr>
          <p:nvPr/>
        </p:nvCxnSpPr>
        <p:spPr>
          <a:xfrm>
            <a:off x="4719737" y="6168945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19ED8BD-25D0-980D-A7F3-612F1294A9A5}"/>
              </a:ext>
            </a:extLst>
          </p:cNvPr>
          <p:cNvCxnSpPr>
            <a:cxnSpLocks/>
          </p:cNvCxnSpPr>
          <p:nvPr/>
        </p:nvCxnSpPr>
        <p:spPr>
          <a:xfrm>
            <a:off x="4707474" y="4033910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733D70D-53F6-62CE-7205-53DD2E9CF093}"/>
              </a:ext>
            </a:extLst>
          </p:cNvPr>
          <p:cNvCxnSpPr>
            <a:cxnSpLocks/>
          </p:cNvCxnSpPr>
          <p:nvPr/>
        </p:nvCxnSpPr>
        <p:spPr>
          <a:xfrm>
            <a:off x="4682899" y="8280685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F13A4B4-0EAC-B004-DB9E-95C960B8A734}"/>
              </a:ext>
            </a:extLst>
          </p:cNvPr>
          <p:cNvCxnSpPr>
            <a:cxnSpLocks/>
          </p:cNvCxnSpPr>
          <p:nvPr/>
        </p:nvCxnSpPr>
        <p:spPr>
          <a:xfrm>
            <a:off x="4682899" y="10390857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9" name="Picture 68" descr="A black and white image of a hand with a finger pointing at a button&#10;&#10;AI-generated content may be incorrect.">
            <a:extLst>
              <a:ext uri="{FF2B5EF4-FFF2-40B4-BE49-F238E27FC236}">
                <a16:creationId xmlns:a16="http://schemas.microsoft.com/office/drawing/2014/main" id="{02F08FF8-194B-CFBB-2391-8A16F2928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9028">
            <a:off x="5177125" y="3817691"/>
            <a:ext cx="557033" cy="557033"/>
          </a:xfrm>
          <a:prstGeom prst="rect">
            <a:avLst/>
          </a:prstGeom>
        </p:spPr>
      </p:pic>
      <p:pic>
        <p:nvPicPr>
          <p:cNvPr id="70" name="Picture 69" descr="A black and white image of a hand with a finger pointing at a button&#10;&#10;AI-generated content may be incorrect.">
            <a:extLst>
              <a:ext uri="{FF2B5EF4-FFF2-40B4-BE49-F238E27FC236}">
                <a16:creationId xmlns:a16="http://schemas.microsoft.com/office/drawing/2014/main" id="{3E82F691-72B0-7C5F-0FD0-0D449018A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9028">
            <a:off x="5160620" y="5897614"/>
            <a:ext cx="557033" cy="557033"/>
          </a:xfrm>
          <a:prstGeom prst="rect">
            <a:avLst/>
          </a:prstGeom>
        </p:spPr>
      </p:pic>
      <p:pic>
        <p:nvPicPr>
          <p:cNvPr id="71" name="Picture 70" descr="A black and white image of a hand with a finger pointing at a button&#10;&#10;AI-generated content may be incorrect.">
            <a:extLst>
              <a:ext uri="{FF2B5EF4-FFF2-40B4-BE49-F238E27FC236}">
                <a16:creationId xmlns:a16="http://schemas.microsoft.com/office/drawing/2014/main" id="{EFA437CF-848F-660C-F025-8D003D146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9028">
            <a:off x="5142437" y="8002169"/>
            <a:ext cx="557033" cy="557033"/>
          </a:xfrm>
          <a:prstGeom prst="rect">
            <a:avLst/>
          </a:prstGeom>
        </p:spPr>
      </p:pic>
      <p:pic>
        <p:nvPicPr>
          <p:cNvPr id="72" name="Picture 71" descr="A black and white image of a hand with a finger pointing at a button&#10;&#10;AI-generated content may be incorrect.">
            <a:extLst>
              <a:ext uri="{FF2B5EF4-FFF2-40B4-BE49-F238E27FC236}">
                <a16:creationId xmlns:a16="http://schemas.microsoft.com/office/drawing/2014/main" id="{E70EB97C-3B79-38B4-5178-B706BD3D6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9028">
            <a:off x="5126837" y="10112340"/>
            <a:ext cx="557033" cy="557033"/>
          </a:xfrm>
          <a:prstGeom prst="rect">
            <a:avLst/>
          </a:prstGeom>
        </p:spPr>
      </p:pic>
      <p:pic>
        <p:nvPicPr>
          <p:cNvPr id="76" name="Picture 75" descr="A no cars sign&#10;&#10;AI-generated content may be incorrect.">
            <a:extLst>
              <a:ext uri="{FF2B5EF4-FFF2-40B4-BE49-F238E27FC236}">
                <a16:creationId xmlns:a16="http://schemas.microsoft.com/office/drawing/2014/main" id="{1FC57FDB-09EB-C39C-5AB9-79389EB79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029" y="1246217"/>
            <a:ext cx="727764" cy="71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82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</TotalTime>
  <Words>475</Words>
  <Application>Microsoft Macintosh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Ponciano</dc:creator>
  <cp:lastModifiedBy>IVAR ALLAN RODRIGUEZ HANNIKAINEN</cp:lastModifiedBy>
  <cp:revision>1</cp:revision>
  <dcterms:created xsi:type="dcterms:W3CDTF">2025-07-26T11:31:57Z</dcterms:created>
  <dcterms:modified xsi:type="dcterms:W3CDTF">2025-09-15T10:45:55Z</dcterms:modified>
</cp:coreProperties>
</file>